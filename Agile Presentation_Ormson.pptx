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3"/>
  </p:notesMasterIdLst>
  <p:sldIdLst>
    <p:sldId id="256" r:id="rId2"/>
    <p:sldId id="258" r:id="rId3"/>
    <p:sldId id="265" r:id="rId4"/>
    <p:sldId id="266" r:id="rId5"/>
    <p:sldId id="264" r:id="rId6"/>
    <p:sldId id="263" r:id="rId7"/>
    <p:sldId id="262" r:id="rId8"/>
    <p:sldId id="261" r:id="rId9"/>
    <p:sldId id="260" r:id="rId10"/>
    <p:sldId id="259" r:id="rId11"/>
    <p:sldId id="25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648964-C761-4DC0-8ED1-091E7EB5D15F}" v="1007" dt="2026-08-17T03:42:34.5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10" autoAdjust="0"/>
    <p:restoredTop sz="81128" autoAdjust="0"/>
  </p:normalViewPr>
  <p:slideViewPr>
    <p:cSldViewPr snapToGrid="0">
      <p:cViewPr varScale="1">
        <p:scale>
          <a:sx n="56" d="100"/>
          <a:sy n="56" d="100"/>
        </p:scale>
        <p:origin x="14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mson, Angela" userId="102e6b55-4aa2-48f4-91be-6532f33a2b5c" providerId="ADAL" clId="{B49AFE80-8188-43B1-A52B-8F6CCE1B2F4A}"/>
    <pc:docChg chg="undo custSel addSld delSld modSld modMainMaster">
      <pc:chgData name="Ormson, Angela" userId="102e6b55-4aa2-48f4-91be-6532f33a2b5c" providerId="ADAL" clId="{B49AFE80-8188-43B1-A52B-8F6CCE1B2F4A}" dt="2026-08-17T03:49:39.809" v="18454" actId="20577"/>
      <pc:docMkLst>
        <pc:docMk/>
      </pc:docMkLst>
      <pc:sldChg chg="addSp modSp mod setBg modNotesTx">
        <pc:chgData name="Ormson, Angela" userId="102e6b55-4aa2-48f4-91be-6532f33a2b5c" providerId="ADAL" clId="{B49AFE80-8188-43B1-A52B-8F6CCE1B2F4A}" dt="2026-08-17T03:43:20.076" v="18435" actId="20577"/>
        <pc:sldMkLst>
          <pc:docMk/>
          <pc:sldMk cId="3409501489" sldId="256"/>
        </pc:sldMkLst>
        <pc:spChg chg="mod">
          <ac:chgData name="Ormson, Angela" userId="102e6b55-4aa2-48f4-91be-6532f33a2b5c" providerId="ADAL" clId="{B49AFE80-8188-43B1-A52B-8F6CCE1B2F4A}" dt="2026-08-17T03:30:40.292" v="18023" actId="207"/>
          <ac:spMkLst>
            <pc:docMk/>
            <pc:sldMk cId="3409501489" sldId="256"/>
            <ac:spMk id="2" creationId="{A9345FC1-6FD1-0757-08F4-8D91D3E1C43D}"/>
          </ac:spMkLst>
        </pc:spChg>
        <pc:spChg chg="mod">
          <ac:chgData name="Ormson, Angela" userId="102e6b55-4aa2-48f4-91be-6532f33a2b5c" providerId="ADAL" clId="{B49AFE80-8188-43B1-A52B-8F6CCE1B2F4A}" dt="2026-08-17T03:34:37.474" v="18066" actId="20577"/>
          <ac:spMkLst>
            <pc:docMk/>
            <pc:sldMk cId="3409501489" sldId="256"/>
            <ac:spMk id="3" creationId="{171D9C3B-BEEC-21C2-F254-E9039B8FE586}"/>
          </ac:spMkLst>
        </pc:spChg>
        <pc:cxnChg chg="add mod">
          <ac:chgData name="Ormson, Angela" userId="102e6b55-4aa2-48f4-91be-6532f33a2b5c" providerId="ADAL" clId="{B49AFE80-8188-43B1-A52B-8F6CCE1B2F4A}" dt="2026-08-16T19:16:33.574" v="3586" actId="208"/>
          <ac:cxnSpMkLst>
            <pc:docMk/>
            <pc:sldMk cId="3409501489" sldId="256"/>
            <ac:cxnSpMk id="5" creationId="{99AC0695-E649-8C36-410C-EBA327FE2FA1}"/>
          </ac:cxnSpMkLst>
        </pc:cxnChg>
        <pc:cxnChg chg="add mod">
          <ac:chgData name="Ormson, Angela" userId="102e6b55-4aa2-48f4-91be-6532f33a2b5c" providerId="ADAL" clId="{B49AFE80-8188-43B1-A52B-8F6CCE1B2F4A}" dt="2026-08-16T19:16:37.276" v="3587" actId="208"/>
          <ac:cxnSpMkLst>
            <pc:docMk/>
            <pc:sldMk cId="3409501489" sldId="256"/>
            <ac:cxnSpMk id="7" creationId="{4B9C07F1-1442-2602-7E67-9E8847C8E18D}"/>
          </ac:cxnSpMkLst>
        </pc:cxnChg>
      </pc:sldChg>
      <pc:sldChg chg="addSp modSp mod">
        <pc:chgData name="Ormson, Angela" userId="102e6b55-4aa2-48f4-91be-6532f33a2b5c" providerId="ADAL" clId="{B49AFE80-8188-43B1-A52B-8F6CCE1B2F4A}" dt="2026-08-17T03:49:39.809" v="18454" actId="20577"/>
        <pc:sldMkLst>
          <pc:docMk/>
          <pc:sldMk cId="841869528" sldId="257"/>
        </pc:sldMkLst>
        <pc:spChg chg="mod">
          <ac:chgData name="Ormson, Angela" userId="102e6b55-4aa2-48f4-91be-6532f33a2b5c" providerId="ADAL" clId="{B49AFE80-8188-43B1-A52B-8F6CCE1B2F4A}" dt="2026-08-17T02:21:18.595" v="14452" actId="2711"/>
          <ac:spMkLst>
            <pc:docMk/>
            <pc:sldMk cId="841869528" sldId="257"/>
            <ac:spMk id="2" creationId="{005FAD7A-36FC-FFFE-7B8B-990671E38859}"/>
          </ac:spMkLst>
        </pc:spChg>
        <pc:spChg chg="mod">
          <ac:chgData name="Ormson, Angela" userId="102e6b55-4aa2-48f4-91be-6532f33a2b5c" providerId="ADAL" clId="{B49AFE80-8188-43B1-A52B-8F6CCE1B2F4A}" dt="2026-08-17T03:49:39.809" v="18454" actId="20577"/>
          <ac:spMkLst>
            <pc:docMk/>
            <pc:sldMk cId="841869528" sldId="257"/>
            <ac:spMk id="3" creationId="{783533A2-E027-FA83-C03E-29E659DEBC75}"/>
          </ac:spMkLst>
        </pc:spChg>
        <pc:spChg chg="add mod ord">
          <ac:chgData name="Ormson, Angela" userId="102e6b55-4aa2-48f4-91be-6532f33a2b5c" providerId="ADAL" clId="{B49AFE80-8188-43B1-A52B-8F6CCE1B2F4A}" dt="2026-08-17T02:21:18.595" v="14452" actId="2711"/>
          <ac:spMkLst>
            <pc:docMk/>
            <pc:sldMk cId="841869528" sldId="257"/>
            <ac:spMk id="7" creationId="{73C4EE2F-0ADD-4836-56E2-1CB3F92A0B2A}"/>
          </ac:spMkLst>
        </pc:spChg>
        <pc:cxnChg chg="add mod">
          <ac:chgData name="Ormson, Angela" userId="102e6b55-4aa2-48f4-91be-6532f33a2b5c" providerId="ADAL" clId="{B49AFE80-8188-43B1-A52B-8F6CCE1B2F4A}" dt="2026-08-16T20:15:11.962" v="4721" actId="208"/>
          <ac:cxnSpMkLst>
            <pc:docMk/>
            <pc:sldMk cId="841869528" sldId="257"/>
            <ac:cxnSpMk id="5" creationId="{F916CA14-379A-9170-E25A-EFA6EEE8FAE3}"/>
          </ac:cxnSpMkLst>
        </pc:cxnChg>
      </pc:sldChg>
      <pc:sldChg chg="addSp delSp modSp new mod modNotesTx">
        <pc:chgData name="Ormson, Angela" userId="102e6b55-4aa2-48f4-91be-6532f33a2b5c" providerId="ADAL" clId="{B49AFE80-8188-43B1-A52B-8F6CCE1B2F4A}" dt="2026-08-17T03:31:40.640" v="18030" actId="1076"/>
        <pc:sldMkLst>
          <pc:docMk/>
          <pc:sldMk cId="997523238" sldId="258"/>
        </pc:sldMkLst>
        <pc:spChg chg="del mod">
          <ac:chgData name="Ormson, Angela" userId="102e6b55-4aa2-48f4-91be-6532f33a2b5c" providerId="ADAL" clId="{B49AFE80-8188-43B1-A52B-8F6CCE1B2F4A}" dt="2026-08-16T19:30:39.645" v="3641" actId="478"/>
          <ac:spMkLst>
            <pc:docMk/>
            <pc:sldMk cId="997523238" sldId="258"/>
            <ac:spMk id="2" creationId="{1B443333-8AC7-A373-EB5C-EF9F36E1C01F}"/>
          </ac:spMkLst>
        </pc:spChg>
        <pc:spChg chg="mod ord">
          <ac:chgData name="Ormson, Angela" userId="102e6b55-4aa2-48f4-91be-6532f33a2b5c" providerId="ADAL" clId="{B49AFE80-8188-43B1-A52B-8F6CCE1B2F4A}" dt="2026-08-16T22:59:17.871" v="8059" actId="20577"/>
          <ac:spMkLst>
            <pc:docMk/>
            <pc:sldMk cId="997523238" sldId="258"/>
            <ac:spMk id="3" creationId="{2AAFC10E-2BFC-7A6C-3105-21436B8303CD}"/>
          </ac:spMkLst>
        </pc:spChg>
        <pc:spChg chg="add del mod">
          <ac:chgData name="Ormson, Angela" userId="102e6b55-4aa2-48f4-91be-6532f33a2b5c" providerId="ADAL" clId="{B49AFE80-8188-43B1-A52B-8F6CCE1B2F4A}" dt="2026-08-16T19:36:32.357" v="3911" actId="11529"/>
          <ac:spMkLst>
            <pc:docMk/>
            <pc:sldMk cId="997523238" sldId="258"/>
            <ac:spMk id="4" creationId="{C7D08FF8-EE78-D062-A6B5-D9770D2B54B8}"/>
          </ac:spMkLst>
        </pc:spChg>
        <pc:spChg chg="add del">
          <ac:chgData name="Ormson, Angela" userId="102e6b55-4aa2-48f4-91be-6532f33a2b5c" providerId="ADAL" clId="{B49AFE80-8188-43B1-A52B-8F6CCE1B2F4A}" dt="2026-08-16T19:36:26.154" v="3905" actId="11529"/>
          <ac:spMkLst>
            <pc:docMk/>
            <pc:sldMk cId="997523238" sldId="258"/>
            <ac:spMk id="5" creationId="{0C64B7AE-4101-0DC1-1B2C-9F50D7FD4FA3}"/>
          </ac:spMkLst>
        </pc:spChg>
        <pc:spChg chg="add del">
          <ac:chgData name="Ormson, Angela" userId="102e6b55-4aa2-48f4-91be-6532f33a2b5c" providerId="ADAL" clId="{B49AFE80-8188-43B1-A52B-8F6CCE1B2F4A}" dt="2026-08-16T19:36:49.706" v="3913" actId="11529"/>
          <ac:spMkLst>
            <pc:docMk/>
            <pc:sldMk cId="997523238" sldId="258"/>
            <ac:spMk id="6" creationId="{4B6E0212-7D78-446E-174B-0F9A61AB5355}"/>
          </ac:spMkLst>
        </pc:spChg>
        <pc:spChg chg="add mod">
          <ac:chgData name="Ormson, Angela" userId="102e6b55-4aa2-48f4-91be-6532f33a2b5c" providerId="ADAL" clId="{B49AFE80-8188-43B1-A52B-8F6CCE1B2F4A}" dt="2026-08-17T03:31:16.672" v="18026" actId="207"/>
          <ac:spMkLst>
            <pc:docMk/>
            <pc:sldMk cId="997523238" sldId="258"/>
            <ac:spMk id="7" creationId="{7940F0D3-7F51-02FB-9ED2-C081BDBE9078}"/>
          </ac:spMkLst>
        </pc:spChg>
        <pc:spChg chg="add mod">
          <ac:chgData name="Ormson, Angela" userId="102e6b55-4aa2-48f4-91be-6532f33a2b5c" providerId="ADAL" clId="{B49AFE80-8188-43B1-A52B-8F6CCE1B2F4A}" dt="2026-08-17T00:22:50.067" v="10634" actId="1076"/>
          <ac:spMkLst>
            <pc:docMk/>
            <pc:sldMk cId="997523238" sldId="258"/>
            <ac:spMk id="8" creationId="{DD962F68-F4DC-47CF-CC1C-11418ED1B9C9}"/>
          </ac:spMkLst>
        </pc:spChg>
        <pc:spChg chg="add mod">
          <ac:chgData name="Ormson, Angela" userId="102e6b55-4aa2-48f4-91be-6532f33a2b5c" providerId="ADAL" clId="{B49AFE80-8188-43B1-A52B-8F6CCE1B2F4A}" dt="2026-08-17T00:22:39.763" v="10632" actId="1076"/>
          <ac:spMkLst>
            <pc:docMk/>
            <pc:sldMk cId="997523238" sldId="258"/>
            <ac:spMk id="9" creationId="{77EBE688-2FA8-FDAB-DC79-A98B2B2549F1}"/>
          </ac:spMkLst>
        </pc:spChg>
        <pc:spChg chg="add mod">
          <ac:chgData name="Ormson, Angela" userId="102e6b55-4aa2-48f4-91be-6532f33a2b5c" providerId="ADAL" clId="{B49AFE80-8188-43B1-A52B-8F6CCE1B2F4A}" dt="2026-08-17T00:22:26.623" v="10630" actId="1076"/>
          <ac:spMkLst>
            <pc:docMk/>
            <pc:sldMk cId="997523238" sldId="258"/>
            <ac:spMk id="11" creationId="{E6D7CE2D-909D-2D45-2743-594202893D97}"/>
          </ac:spMkLst>
        </pc:spChg>
        <pc:spChg chg="add mod">
          <ac:chgData name="Ormson, Angela" userId="102e6b55-4aa2-48f4-91be-6532f33a2b5c" providerId="ADAL" clId="{B49AFE80-8188-43B1-A52B-8F6CCE1B2F4A}" dt="2026-08-17T00:22:35.127" v="10631" actId="1076"/>
          <ac:spMkLst>
            <pc:docMk/>
            <pc:sldMk cId="997523238" sldId="258"/>
            <ac:spMk id="13" creationId="{059077C9-3109-4712-96DF-F54A2AC93B56}"/>
          </ac:spMkLst>
        </pc:spChg>
        <pc:spChg chg="add mod">
          <ac:chgData name="Ormson, Angela" userId="102e6b55-4aa2-48f4-91be-6532f33a2b5c" providerId="ADAL" clId="{B49AFE80-8188-43B1-A52B-8F6CCE1B2F4A}" dt="2026-08-17T00:22:21.778" v="10629" actId="1076"/>
          <ac:spMkLst>
            <pc:docMk/>
            <pc:sldMk cId="997523238" sldId="258"/>
            <ac:spMk id="15" creationId="{2D3E5BD9-9358-74A1-11E1-A497646ECD5F}"/>
          </ac:spMkLst>
        </pc:spChg>
        <pc:spChg chg="add mod ord">
          <ac:chgData name="Ormson, Angela" userId="102e6b55-4aa2-48f4-91be-6532f33a2b5c" providerId="ADAL" clId="{B49AFE80-8188-43B1-A52B-8F6CCE1B2F4A}" dt="2026-08-16T22:59:43.648" v="8063" actId="1076"/>
          <ac:spMkLst>
            <pc:docMk/>
            <pc:sldMk cId="997523238" sldId="258"/>
            <ac:spMk id="16" creationId="{677FE537-82BF-7E8D-7F65-E9705FF1EFFC}"/>
          </ac:spMkLst>
        </pc:spChg>
        <pc:spChg chg="add mod">
          <ac:chgData name="Ormson, Angela" userId="102e6b55-4aa2-48f4-91be-6532f33a2b5c" providerId="ADAL" clId="{B49AFE80-8188-43B1-A52B-8F6CCE1B2F4A}" dt="2026-08-17T03:31:40.640" v="18030" actId="1076"/>
          <ac:spMkLst>
            <pc:docMk/>
            <pc:sldMk cId="997523238" sldId="258"/>
            <ac:spMk id="17" creationId="{D7B5D903-EAAB-8A65-7D73-D6B2B7402D88}"/>
          </ac:spMkLst>
        </pc:spChg>
      </pc:sldChg>
      <pc:sldChg chg="addSp delSp modSp new mod modNotesTx">
        <pc:chgData name="Ormson, Angela" userId="102e6b55-4aa2-48f4-91be-6532f33a2b5c" providerId="ADAL" clId="{B49AFE80-8188-43B1-A52B-8F6CCE1B2F4A}" dt="2026-08-17T03:36:21.298" v="18141" actId="20577"/>
        <pc:sldMkLst>
          <pc:docMk/>
          <pc:sldMk cId="728676078" sldId="259"/>
        </pc:sldMkLst>
        <pc:spChg chg="del mod">
          <ac:chgData name="Ormson, Angela" userId="102e6b55-4aa2-48f4-91be-6532f33a2b5c" providerId="ADAL" clId="{B49AFE80-8188-43B1-A52B-8F6CCE1B2F4A}" dt="2026-08-16T20:13:08.507" v="4702" actId="478"/>
          <ac:spMkLst>
            <pc:docMk/>
            <pc:sldMk cId="728676078" sldId="259"/>
            <ac:spMk id="2" creationId="{00F2339D-407F-2CCA-FFA2-A3552E45D7CA}"/>
          </ac:spMkLst>
        </pc:spChg>
        <pc:spChg chg="mod">
          <ac:chgData name="Ormson, Angela" userId="102e6b55-4aa2-48f4-91be-6532f33a2b5c" providerId="ADAL" clId="{B49AFE80-8188-43B1-A52B-8F6CCE1B2F4A}" dt="2026-08-17T03:27:48.563" v="17877" actId="1076"/>
          <ac:spMkLst>
            <pc:docMk/>
            <pc:sldMk cId="728676078" sldId="259"/>
            <ac:spMk id="3" creationId="{24D61518-A3A1-FC39-2248-59B691D739E5}"/>
          </ac:spMkLst>
        </pc:spChg>
        <pc:spChg chg="add del">
          <ac:chgData name="Ormson, Angela" userId="102e6b55-4aa2-48f4-91be-6532f33a2b5c" providerId="ADAL" clId="{B49AFE80-8188-43B1-A52B-8F6CCE1B2F4A}" dt="2026-08-16T20:05:30.339" v="4528" actId="478"/>
          <ac:spMkLst>
            <pc:docMk/>
            <pc:sldMk cId="728676078" sldId="259"/>
            <ac:spMk id="5" creationId="{810CB457-8ECC-D9C4-99A8-76AB44141AE6}"/>
          </ac:spMkLst>
        </pc:spChg>
        <pc:spChg chg="add mod ord">
          <ac:chgData name="Ormson, Angela" userId="102e6b55-4aa2-48f4-91be-6532f33a2b5c" providerId="ADAL" clId="{B49AFE80-8188-43B1-A52B-8F6CCE1B2F4A}" dt="2026-08-17T03:27:36.630" v="17876" actId="14100"/>
          <ac:spMkLst>
            <pc:docMk/>
            <pc:sldMk cId="728676078" sldId="259"/>
            <ac:spMk id="7" creationId="{657A63AD-A942-F882-E2DD-0A940093D6BE}"/>
          </ac:spMkLst>
        </pc:spChg>
        <pc:spChg chg="add mod">
          <ac:chgData name="Ormson, Angela" userId="102e6b55-4aa2-48f4-91be-6532f33a2b5c" providerId="ADAL" clId="{B49AFE80-8188-43B1-A52B-8F6CCE1B2F4A}" dt="2026-08-17T03:32:58.318" v="18046" actId="1076"/>
          <ac:spMkLst>
            <pc:docMk/>
            <pc:sldMk cId="728676078" sldId="259"/>
            <ac:spMk id="9" creationId="{0CF3E0C0-3240-0460-FC2B-F7EBD117D628}"/>
          </ac:spMkLst>
        </pc:spChg>
        <pc:spChg chg="add mod">
          <ac:chgData name="Ormson, Angela" userId="102e6b55-4aa2-48f4-91be-6532f33a2b5c" providerId="ADAL" clId="{B49AFE80-8188-43B1-A52B-8F6CCE1B2F4A}" dt="2026-08-17T03:36:21.298" v="18141" actId="20577"/>
          <ac:spMkLst>
            <pc:docMk/>
            <pc:sldMk cId="728676078" sldId="259"/>
            <ac:spMk id="10" creationId="{12D85DCD-40F3-B844-7908-C16503D2F7AC}"/>
          </ac:spMkLst>
        </pc:spChg>
        <pc:spChg chg="add mod">
          <ac:chgData name="Ormson, Angela" userId="102e6b55-4aa2-48f4-91be-6532f33a2b5c" providerId="ADAL" clId="{B49AFE80-8188-43B1-A52B-8F6CCE1B2F4A}" dt="2026-08-17T03:33:42.702" v="18054" actId="20577"/>
          <ac:spMkLst>
            <pc:docMk/>
            <pc:sldMk cId="728676078" sldId="259"/>
            <ac:spMk id="11" creationId="{06E0AA42-B748-5B05-2484-C8D9270AFC7F}"/>
          </ac:spMkLst>
        </pc:spChg>
        <pc:spChg chg="add mod">
          <ac:chgData name="Ormson, Angela" userId="102e6b55-4aa2-48f4-91be-6532f33a2b5c" providerId="ADAL" clId="{B49AFE80-8188-43B1-A52B-8F6CCE1B2F4A}" dt="2026-08-17T03:33:29.692" v="18048" actId="255"/>
          <ac:spMkLst>
            <pc:docMk/>
            <pc:sldMk cId="728676078" sldId="259"/>
            <ac:spMk id="12" creationId="{6C2B24FE-4C5C-6B1D-00D6-994C80668B69}"/>
          </ac:spMkLst>
        </pc:spChg>
        <pc:cxnChg chg="add mod">
          <ac:chgData name="Ormson, Angela" userId="102e6b55-4aa2-48f4-91be-6532f33a2b5c" providerId="ADAL" clId="{B49AFE80-8188-43B1-A52B-8F6CCE1B2F4A}" dt="2026-08-17T03:29:50.853" v="18017" actId="1076"/>
          <ac:cxnSpMkLst>
            <pc:docMk/>
            <pc:sldMk cId="728676078" sldId="259"/>
            <ac:cxnSpMk id="13" creationId="{F160A064-234D-B0F4-9847-C614C94E14C7}"/>
          </ac:cxnSpMkLst>
        </pc:cxnChg>
        <pc:cxnChg chg="add mod">
          <ac:chgData name="Ormson, Angela" userId="102e6b55-4aa2-48f4-91be-6532f33a2b5c" providerId="ADAL" clId="{B49AFE80-8188-43B1-A52B-8F6CCE1B2F4A}" dt="2026-08-17T03:30:05.714" v="18019" actId="1076"/>
          <ac:cxnSpMkLst>
            <pc:docMk/>
            <pc:sldMk cId="728676078" sldId="259"/>
            <ac:cxnSpMk id="14" creationId="{688BB8E9-C2F3-03EE-6FFB-4A62924B658C}"/>
          </ac:cxnSpMkLst>
        </pc:cxnChg>
        <pc:cxnChg chg="add mod">
          <ac:chgData name="Ormson, Angela" userId="102e6b55-4aa2-48f4-91be-6532f33a2b5c" providerId="ADAL" clId="{B49AFE80-8188-43B1-A52B-8F6CCE1B2F4A}" dt="2026-08-17T03:30:14.955" v="18021" actId="1076"/>
          <ac:cxnSpMkLst>
            <pc:docMk/>
            <pc:sldMk cId="728676078" sldId="259"/>
            <ac:cxnSpMk id="15" creationId="{92DECF95-1AA1-5B98-3E08-FC1DC4987BB1}"/>
          </ac:cxnSpMkLst>
        </pc:cxnChg>
      </pc:sldChg>
      <pc:sldChg chg="addSp delSp modSp new mod modNotesTx">
        <pc:chgData name="Ormson, Angela" userId="102e6b55-4aa2-48f4-91be-6532f33a2b5c" providerId="ADAL" clId="{B49AFE80-8188-43B1-A52B-8F6CCE1B2F4A}" dt="2026-08-17T03:32:43.173" v="18042" actId="1076"/>
        <pc:sldMkLst>
          <pc:docMk/>
          <pc:sldMk cId="10006045" sldId="260"/>
        </pc:sldMkLst>
        <pc:spChg chg="del mod">
          <ac:chgData name="Ormson, Angela" userId="102e6b55-4aa2-48f4-91be-6532f33a2b5c" providerId="ADAL" clId="{B49AFE80-8188-43B1-A52B-8F6CCE1B2F4A}" dt="2026-08-16T20:13:06.227" v="4701" actId="478"/>
          <ac:spMkLst>
            <pc:docMk/>
            <pc:sldMk cId="10006045" sldId="260"/>
            <ac:spMk id="2" creationId="{EAF24EE4-509B-9302-42A3-C5831D70BC2C}"/>
          </ac:spMkLst>
        </pc:spChg>
        <pc:spChg chg="mod">
          <ac:chgData name="Ormson, Angela" userId="102e6b55-4aa2-48f4-91be-6532f33a2b5c" providerId="ADAL" clId="{B49AFE80-8188-43B1-A52B-8F6CCE1B2F4A}" dt="2026-08-17T02:33:13.074" v="15317" actId="1076"/>
          <ac:spMkLst>
            <pc:docMk/>
            <pc:sldMk cId="10006045" sldId="260"/>
            <ac:spMk id="3" creationId="{DA76D1F3-2715-D127-4F74-F326F6DEE657}"/>
          </ac:spMkLst>
        </pc:spChg>
        <pc:spChg chg="add del">
          <ac:chgData name="Ormson, Angela" userId="102e6b55-4aa2-48f4-91be-6532f33a2b5c" providerId="ADAL" clId="{B49AFE80-8188-43B1-A52B-8F6CCE1B2F4A}" dt="2026-08-16T20:05:27.230" v="4526" actId="478"/>
          <ac:spMkLst>
            <pc:docMk/>
            <pc:sldMk cId="10006045" sldId="260"/>
            <ac:spMk id="5" creationId="{FA580ABB-D25B-C032-D0A6-757B449CF449}"/>
          </ac:spMkLst>
        </pc:spChg>
        <pc:spChg chg="add mod ord">
          <ac:chgData name="Ormson, Angela" userId="102e6b55-4aa2-48f4-91be-6532f33a2b5c" providerId="ADAL" clId="{B49AFE80-8188-43B1-A52B-8F6CCE1B2F4A}" dt="2026-08-17T02:33:22.756" v="15319" actId="14100"/>
          <ac:spMkLst>
            <pc:docMk/>
            <pc:sldMk cId="10006045" sldId="260"/>
            <ac:spMk id="7" creationId="{5A0A4182-E89B-4B1B-916F-B5E5BE88290F}"/>
          </ac:spMkLst>
        </pc:spChg>
        <pc:spChg chg="add mod">
          <ac:chgData name="Ormson, Angela" userId="102e6b55-4aa2-48f4-91be-6532f33a2b5c" providerId="ADAL" clId="{B49AFE80-8188-43B1-A52B-8F6CCE1B2F4A}" dt="2026-08-17T03:32:43.173" v="18042" actId="1076"/>
          <ac:spMkLst>
            <pc:docMk/>
            <pc:sldMk cId="10006045" sldId="260"/>
            <ac:spMk id="9" creationId="{E647E998-7321-B35C-8FF7-8370FB6CD4B7}"/>
          </ac:spMkLst>
        </pc:spChg>
        <pc:spChg chg="add mod">
          <ac:chgData name="Ormson, Angela" userId="102e6b55-4aa2-48f4-91be-6532f33a2b5c" providerId="ADAL" clId="{B49AFE80-8188-43B1-A52B-8F6CCE1B2F4A}" dt="2026-08-17T02:35:30.682" v="15484" actId="20577"/>
          <ac:spMkLst>
            <pc:docMk/>
            <pc:sldMk cId="10006045" sldId="260"/>
            <ac:spMk id="10" creationId="{2C62419A-01FD-BA32-B66F-7C20CB7CAE74}"/>
          </ac:spMkLst>
        </pc:spChg>
        <pc:spChg chg="add mod">
          <ac:chgData name="Ormson, Angela" userId="102e6b55-4aa2-48f4-91be-6532f33a2b5c" providerId="ADAL" clId="{B49AFE80-8188-43B1-A52B-8F6CCE1B2F4A}" dt="2026-08-17T02:48:14.412" v="16049" actId="1076"/>
          <ac:spMkLst>
            <pc:docMk/>
            <pc:sldMk cId="10006045" sldId="260"/>
            <ac:spMk id="12" creationId="{8F46F998-B89E-A41D-7D74-3B98515F6EF2}"/>
          </ac:spMkLst>
        </pc:spChg>
        <pc:spChg chg="add mod">
          <ac:chgData name="Ormson, Angela" userId="102e6b55-4aa2-48f4-91be-6532f33a2b5c" providerId="ADAL" clId="{B49AFE80-8188-43B1-A52B-8F6CCE1B2F4A}" dt="2026-08-17T02:48:47.810" v="16055" actId="207"/>
          <ac:spMkLst>
            <pc:docMk/>
            <pc:sldMk cId="10006045" sldId="260"/>
            <ac:spMk id="19" creationId="{BDEE9AD0-3300-38F2-7AC9-3AE231A881BA}"/>
          </ac:spMkLst>
        </pc:spChg>
        <pc:cxnChg chg="add mod">
          <ac:chgData name="Ormson, Angela" userId="102e6b55-4aa2-48f4-91be-6532f33a2b5c" providerId="ADAL" clId="{B49AFE80-8188-43B1-A52B-8F6CCE1B2F4A}" dt="2026-08-17T02:46:33.303" v="16018" actId="14100"/>
          <ac:cxnSpMkLst>
            <pc:docMk/>
            <pc:sldMk cId="10006045" sldId="260"/>
            <ac:cxnSpMk id="13" creationId="{D56A0CB2-A4A4-DE43-1687-0FD3E5358C4B}"/>
          </ac:cxnSpMkLst>
        </pc:cxnChg>
        <pc:cxnChg chg="add mod">
          <ac:chgData name="Ormson, Angela" userId="102e6b55-4aa2-48f4-91be-6532f33a2b5c" providerId="ADAL" clId="{B49AFE80-8188-43B1-A52B-8F6CCE1B2F4A}" dt="2026-08-17T02:46:29.709" v="16017" actId="14100"/>
          <ac:cxnSpMkLst>
            <pc:docMk/>
            <pc:sldMk cId="10006045" sldId="260"/>
            <ac:cxnSpMk id="14" creationId="{9CB3C095-9EA9-4721-EAFB-850C423685B5}"/>
          </ac:cxnSpMkLst>
        </pc:cxnChg>
      </pc:sldChg>
      <pc:sldChg chg="addSp delSp modSp new mod modNotesTx">
        <pc:chgData name="Ormson, Angela" userId="102e6b55-4aa2-48f4-91be-6532f33a2b5c" providerId="ADAL" clId="{B49AFE80-8188-43B1-A52B-8F6CCE1B2F4A}" dt="2026-08-17T03:32:26.987" v="18039" actId="1076"/>
        <pc:sldMkLst>
          <pc:docMk/>
          <pc:sldMk cId="3444907817" sldId="261"/>
        </pc:sldMkLst>
        <pc:spChg chg="del mod">
          <ac:chgData name="Ormson, Angela" userId="102e6b55-4aa2-48f4-91be-6532f33a2b5c" providerId="ADAL" clId="{B49AFE80-8188-43B1-A52B-8F6CCE1B2F4A}" dt="2026-08-16T20:13:03.503" v="4700" actId="478"/>
          <ac:spMkLst>
            <pc:docMk/>
            <pc:sldMk cId="3444907817" sldId="261"/>
            <ac:spMk id="2" creationId="{99580962-2692-0A99-E627-1DDE20458B58}"/>
          </ac:spMkLst>
        </pc:spChg>
        <pc:spChg chg="mod">
          <ac:chgData name="Ormson, Angela" userId="102e6b55-4aa2-48f4-91be-6532f33a2b5c" providerId="ADAL" clId="{B49AFE80-8188-43B1-A52B-8F6CCE1B2F4A}" dt="2026-08-17T01:55:40.920" v="13093" actId="1076"/>
          <ac:spMkLst>
            <pc:docMk/>
            <pc:sldMk cId="3444907817" sldId="261"/>
            <ac:spMk id="3" creationId="{7A07A11F-D6F4-296C-9BB0-7A82D2D4909C}"/>
          </ac:spMkLst>
        </pc:spChg>
        <pc:spChg chg="add del">
          <ac:chgData name="Ormson, Angela" userId="102e6b55-4aa2-48f4-91be-6532f33a2b5c" providerId="ADAL" clId="{B49AFE80-8188-43B1-A52B-8F6CCE1B2F4A}" dt="2026-08-16T20:05:24.180" v="4524" actId="478"/>
          <ac:spMkLst>
            <pc:docMk/>
            <pc:sldMk cId="3444907817" sldId="261"/>
            <ac:spMk id="5" creationId="{257B8844-A1E3-3910-343F-3F839D300989}"/>
          </ac:spMkLst>
        </pc:spChg>
        <pc:spChg chg="add mod ord">
          <ac:chgData name="Ormson, Angela" userId="102e6b55-4aa2-48f4-91be-6532f33a2b5c" providerId="ADAL" clId="{B49AFE80-8188-43B1-A52B-8F6CCE1B2F4A}" dt="2026-08-17T01:55:47.501" v="13094" actId="14100"/>
          <ac:spMkLst>
            <pc:docMk/>
            <pc:sldMk cId="3444907817" sldId="261"/>
            <ac:spMk id="7" creationId="{DB904894-5E8E-85B2-308B-098F74F2DA64}"/>
          </ac:spMkLst>
        </pc:spChg>
        <pc:spChg chg="add mod">
          <ac:chgData name="Ormson, Angela" userId="102e6b55-4aa2-48f4-91be-6532f33a2b5c" providerId="ADAL" clId="{B49AFE80-8188-43B1-A52B-8F6CCE1B2F4A}" dt="2026-08-17T03:32:26.987" v="18039" actId="1076"/>
          <ac:spMkLst>
            <pc:docMk/>
            <pc:sldMk cId="3444907817" sldId="261"/>
            <ac:spMk id="9" creationId="{2F9A2C02-4057-552A-DC79-BE2611E212D7}"/>
          </ac:spMkLst>
        </pc:spChg>
        <pc:spChg chg="add mod">
          <ac:chgData name="Ormson, Angela" userId="102e6b55-4aa2-48f4-91be-6532f33a2b5c" providerId="ADAL" clId="{B49AFE80-8188-43B1-A52B-8F6CCE1B2F4A}" dt="2026-08-17T02:17:36.328" v="14215" actId="20577"/>
          <ac:spMkLst>
            <pc:docMk/>
            <pc:sldMk cId="3444907817" sldId="261"/>
            <ac:spMk id="10" creationId="{B1F61394-4F37-FD0F-EED6-C361AAD89DA7}"/>
          </ac:spMkLst>
        </pc:spChg>
        <pc:spChg chg="add mod">
          <ac:chgData name="Ormson, Angela" userId="102e6b55-4aa2-48f4-91be-6532f33a2b5c" providerId="ADAL" clId="{B49AFE80-8188-43B1-A52B-8F6CCE1B2F4A}" dt="2026-08-17T02:16:27.828" v="14210" actId="1076"/>
          <ac:spMkLst>
            <pc:docMk/>
            <pc:sldMk cId="3444907817" sldId="261"/>
            <ac:spMk id="12" creationId="{8F89E0C0-3D07-9341-2D94-9D671140D95F}"/>
          </ac:spMkLst>
        </pc:spChg>
        <pc:spChg chg="add mod">
          <ac:chgData name="Ormson, Angela" userId="102e6b55-4aa2-48f4-91be-6532f33a2b5c" providerId="ADAL" clId="{B49AFE80-8188-43B1-A52B-8F6CCE1B2F4A}" dt="2026-08-17T02:16:37.295" v="14211" actId="1076"/>
          <ac:spMkLst>
            <pc:docMk/>
            <pc:sldMk cId="3444907817" sldId="261"/>
            <ac:spMk id="14" creationId="{ED85F358-023D-11BA-48D1-0F2368383969}"/>
          </ac:spMkLst>
        </pc:spChg>
        <pc:spChg chg="add mod">
          <ac:chgData name="Ormson, Angela" userId="102e6b55-4aa2-48f4-91be-6532f33a2b5c" providerId="ADAL" clId="{B49AFE80-8188-43B1-A52B-8F6CCE1B2F4A}" dt="2026-08-17T02:18:13.303" v="14235" actId="14100"/>
          <ac:spMkLst>
            <pc:docMk/>
            <pc:sldMk cId="3444907817" sldId="261"/>
            <ac:spMk id="15" creationId="{81EE7903-7DC1-AFB7-EA40-676AA16CA49A}"/>
          </ac:spMkLst>
        </pc:spChg>
        <pc:cxnChg chg="add mod">
          <ac:chgData name="Ormson, Angela" userId="102e6b55-4aa2-48f4-91be-6532f33a2b5c" providerId="ADAL" clId="{B49AFE80-8188-43B1-A52B-8F6CCE1B2F4A}" dt="2026-08-17T02:45:39.794" v="16004" actId="1076"/>
          <ac:cxnSpMkLst>
            <pc:docMk/>
            <pc:sldMk cId="3444907817" sldId="261"/>
            <ac:cxnSpMk id="16" creationId="{F2C5CCCF-E0F7-5C6D-27C9-131BAECEBC2E}"/>
          </ac:cxnSpMkLst>
        </pc:cxnChg>
        <pc:cxnChg chg="add mod">
          <ac:chgData name="Ormson, Angela" userId="102e6b55-4aa2-48f4-91be-6532f33a2b5c" providerId="ADAL" clId="{B49AFE80-8188-43B1-A52B-8F6CCE1B2F4A}" dt="2026-08-17T02:45:42.946" v="16006" actId="1076"/>
          <ac:cxnSpMkLst>
            <pc:docMk/>
            <pc:sldMk cId="3444907817" sldId="261"/>
            <ac:cxnSpMk id="17" creationId="{1F41C63B-65C7-AE3E-D2CD-AE5610637A23}"/>
          </ac:cxnSpMkLst>
        </pc:cxnChg>
        <pc:cxnChg chg="add mod">
          <ac:chgData name="Ormson, Angela" userId="102e6b55-4aa2-48f4-91be-6532f33a2b5c" providerId="ADAL" clId="{B49AFE80-8188-43B1-A52B-8F6CCE1B2F4A}" dt="2026-08-17T02:45:48.621" v="16008" actId="1076"/>
          <ac:cxnSpMkLst>
            <pc:docMk/>
            <pc:sldMk cId="3444907817" sldId="261"/>
            <ac:cxnSpMk id="18" creationId="{E6027B4D-D70C-6099-9FF3-F4AADED355F8}"/>
          </ac:cxnSpMkLst>
        </pc:cxnChg>
        <pc:cxnChg chg="add mod">
          <ac:chgData name="Ormson, Angela" userId="102e6b55-4aa2-48f4-91be-6532f33a2b5c" providerId="ADAL" clId="{B49AFE80-8188-43B1-A52B-8F6CCE1B2F4A}" dt="2026-08-17T02:45:57.748" v="16010" actId="1076"/>
          <ac:cxnSpMkLst>
            <pc:docMk/>
            <pc:sldMk cId="3444907817" sldId="261"/>
            <ac:cxnSpMk id="19" creationId="{FE9D0746-1FD5-F27E-9086-0B62CF95E83E}"/>
          </ac:cxnSpMkLst>
        </pc:cxnChg>
      </pc:sldChg>
      <pc:sldChg chg="addSp delSp modSp new mod modNotesTx">
        <pc:chgData name="Ormson, Angela" userId="102e6b55-4aa2-48f4-91be-6532f33a2b5c" providerId="ADAL" clId="{B49AFE80-8188-43B1-A52B-8F6CCE1B2F4A}" dt="2026-08-17T03:47:09.482" v="18437" actId="20577"/>
        <pc:sldMkLst>
          <pc:docMk/>
          <pc:sldMk cId="161925594" sldId="262"/>
        </pc:sldMkLst>
        <pc:spChg chg="del mod">
          <ac:chgData name="Ormson, Angela" userId="102e6b55-4aa2-48f4-91be-6532f33a2b5c" providerId="ADAL" clId="{B49AFE80-8188-43B1-A52B-8F6CCE1B2F4A}" dt="2026-08-16T20:12:29.138" v="4692" actId="478"/>
          <ac:spMkLst>
            <pc:docMk/>
            <pc:sldMk cId="161925594" sldId="262"/>
            <ac:spMk id="2" creationId="{02F35E4A-20F8-C812-09EB-0A6049D3A91E}"/>
          </ac:spMkLst>
        </pc:spChg>
        <pc:spChg chg="mod">
          <ac:chgData name="Ormson, Angela" userId="102e6b55-4aa2-48f4-91be-6532f33a2b5c" providerId="ADAL" clId="{B49AFE80-8188-43B1-A52B-8F6CCE1B2F4A}" dt="2026-08-17T01:22:29.486" v="11569" actId="1076"/>
          <ac:spMkLst>
            <pc:docMk/>
            <pc:sldMk cId="161925594" sldId="262"/>
            <ac:spMk id="3" creationId="{797E652F-527D-CAC0-1A4A-BFDFB068F668}"/>
          </ac:spMkLst>
        </pc:spChg>
        <pc:spChg chg="add del">
          <ac:chgData name="Ormson, Angela" userId="102e6b55-4aa2-48f4-91be-6532f33a2b5c" providerId="ADAL" clId="{B49AFE80-8188-43B1-A52B-8F6CCE1B2F4A}" dt="2026-08-16T20:05:21.263" v="4522" actId="478"/>
          <ac:spMkLst>
            <pc:docMk/>
            <pc:sldMk cId="161925594" sldId="262"/>
            <ac:spMk id="5" creationId="{846F7D1D-8746-312D-7CE3-FF7BB6267B2A}"/>
          </ac:spMkLst>
        </pc:spChg>
        <pc:spChg chg="add mod ord">
          <ac:chgData name="Ormson, Angela" userId="102e6b55-4aa2-48f4-91be-6532f33a2b5c" providerId="ADAL" clId="{B49AFE80-8188-43B1-A52B-8F6CCE1B2F4A}" dt="2026-08-17T01:22:34.471" v="11570" actId="14100"/>
          <ac:spMkLst>
            <pc:docMk/>
            <pc:sldMk cId="161925594" sldId="262"/>
            <ac:spMk id="7" creationId="{46408BBA-F4D5-DA2D-D0C3-696CFB46CF5A}"/>
          </ac:spMkLst>
        </pc:spChg>
        <pc:spChg chg="add mod">
          <ac:chgData name="Ormson, Angela" userId="102e6b55-4aa2-48f4-91be-6532f33a2b5c" providerId="ADAL" clId="{B49AFE80-8188-43B1-A52B-8F6CCE1B2F4A}" dt="2026-08-17T03:32:15.999" v="18037" actId="113"/>
          <ac:spMkLst>
            <pc:docMk/>
            <pc:sldMk cId="161925594" sldId="262"/>
            <ac:spMk id="8" creationId="{908E76ED-3F91-BE51-0C4E-894C35F3B2C2}"/>
          </ac:spMkLst>
        </pc:spChg>
        <pc:graphicFrameChg chg="add del mod modGraphic">
          <ac:chgData name="Ormson, Angela" userId="102e6b55-4aa2-48f4-91be-6532f33a2b5c" providerId="ADAL" clId="{B49AFE80-8188-43B1-A52B-8F6CCE1B2F4A}" dt="2026-08-17T01:25:30.355" v="11580" actId="478"/>
          <ac:graphicFrameMkLst>
            <pc:docMk/>
            <pc:sldMk cId="161925594" sldId="262"/>
            <ac:graphicFrameMk id="9" creationId="{FA00A587-4C89-0AAC-CE67-DEEF5C5E4307}"/>
          </ac:graphicFrameMkLst>
        </pc:graphicFrameChg>
        <pc:graphicFrameChg chg="add mod modGraphic">
          <ac:chgData name="Ormson, Angela" userId="102e6b55-4aa2-48f4-91be-6532f33a2b5c" providerId="ADAL" clId="{B49AFE80-8188-43B1-A52B-8F6CCE1B2F4A}" dt="2026-08-17T03:47:09.482" v="18437" actId="20577"/>
          <ac:graphicFrameMkLst>
            <pc:docMk/>
            <pc:sldMk cId="161925594" sldId="262"/>
            <ac:graphicFrameMk id="10" creationId="{3A42CC06-383B-F04B-6C63-37FF686D80FD}"/>
          </ac:graphicFrameMkLst>
        </pc:graphicFrameChg>
      </pc:sldChg>
      <pc:sldChg chg="addSp delSp modSp new mod modNotesTx">
        <pc:chgData name="Ormson, Angela" userId="102e6b55-4aa2-48f4-91be-6532f33a2b5c" providerId="ADAL" clId="{B49AFE80-8188-43B1-A52B-8F6CCE1B2F4A}" dt="2026-08-17T03:32:06.702" v="18035" actId="113"/>
        <pc:sldMkLst>
          <pc:docMk/>
          <pc:sldMk cId="71591305" sldId="263"/>
        </pc:sldMkLst>
        <pc:spChg chg="del mod">
          <ac:chgData name="Ormson, Angela" userId="102e6b55-4aa2-48f4-91be-6532f33a2b5c" providerId="ADAL" clId="{B49AFE80-8188-43B1-A52B-8F6CCE1B2F4A}" dt="2026-08-16T20:12:10.225" v="4687" actId="478"/>
          <ac:spMkLst>
            <pc:docMk/>
            <pc:sldMk cId="71591305" sldId="263"/>
            <ac:spMk id="2" creationId="{01614A69-303F-D730-F002-65947277573C}"/>
          </ac:spMkLst>
        </pc:spChg>
        <pc:spChg chg="mod">
          <ac:chgData name="Ormson, Angela" userId="102e6b55-4aa2-48f4-91be-6532f33a2b5c" providerId="ADAL" clId="{B49AFE80-8188-43B1-A52B-8F6CCE1B2F4A}" dt="2026-08-17T00:05:05.966" v="9943" actId="1076"/>
          <ac:spMkLst>
            <pc:docMk/>
            <pc:sldMk cId="71591305" sldId="263"/>
            <ac:spMk id="3" creationId="{19B40523-973F-30C0-DDAB-1D819C4285C0}"/>
          </ac:spMkLst>
        </pc:spChg>
        <pc:spChg chg="add del">
          <ac:chgData name="Ormson, Angela" userId="102e6b55-4aa2-48f4-91be-6532f33a2b5c" providerId="ADAL" clId="{B49AFE80-8188-43B1-A52B-8F6CCE1B2F4A}" dt="2026-08-16T20:05:18.357" v="4520" actId="478"/>
          <ac:spMkLst>
            <pc:docMk/>
            <pc:sldMk cId="71591305" sldId="263"/>
            <ac:spMk id="5" creationId="{E6C8B121-5AF2-8C96-FBC0-174A67E92229}"/>
          </ac:spMkLst>
        </pc:spChg>
        <pc:spChg chg="add mod ord">
          <ac:chgData name="Ormson, Angela" userId="102e6b55-4aa2-48f4-91be-6532f33a2b5c" providerId="ADAL" clId="{B49AFE80-8188-43B1-A52B-8F6CCE1B2F4A}" dt="2026-08-17T00:05:24.513" v="9946" actId="1076"/>
          <ac:spMkLst>
            <pc:docMk/>
            <pc:sldMk cId="71591305" sldId="263"/>
            <ac:spMk id="7" creationId="{0B9192A1-6E2C-2AB7-285F-02798E6345A5}"/>
          </ac:spMkLst>
        </pc:spChg>
        <pc:spChg chg="add mod">
          <ac:chgData name="Ormson, Angela" userId="102e6b55-4aa2-48f4-91be-6532f33a2b5c" providerId="ADAL" clId="{B49AFE80-8188-43B1-A52B-8F6CCE1B2F4A}" dt="2026-08-17T02:43:54.738" v="15980" actId="20577"/>
          <ac:spMkLst>
            <pc:docMk/>
            <pc:sldMk cId="71591305" sldId="263"/>
            <ac:spMk id="8" creationId="{121BB160-7211-34E7-AA9C-AEF49AB0EF72}"/>
          </ac:spMkLst>
        </pc:spChg>
        <pc:spChg chg="add mod">
          <ac:chgData name="Ormson, Angela" userId="102e6b55-4aa2-48f4-91be-6532f33a2b5c" providerId="ADAL" clId="{B49AFE80-8188-43B1-A52B-8F6CCE1B2F4A}" dt="2026-08-17T01:18:54.133" v="11309" actId="20577"/>
          <ac:spMkLst>
            <pc:docMk/>
            <pc:sldMk cId="71591305" sldId="263"/>
            <ac:spMk id="10" creationId="{0CD11353-AE7C-218E-6FF4-96672C2BAC29}"/>
          </ac:spMkLst>
        </pc:spChg>
        <pc:spChg chg="add mod">
          <ac:chgData name="Ormson, Angela" userId="102e6b55-4aa2-48f4-91be-6532f33a2b5c" providerId="ADAL" clId="{B49AFE80-8188-43B1-A52B-8F6CCE1B2F4A}" dt="2026-08-17T00:56:31.379" v="10965" actId="1076"/>
          <ac:spMkLst>
            <pc:docMk/>
            <pc:sldMk cId="71591305" sldId="263"/>
            <ac:spMk id="12" creationId="{5965920B-C168-E21E-FB30-C228DEF2BAD0}"/>
          </ac:spMkLst>
        </pc:spChg>
        <pc:spChg chg="add mod">
          <ac:chgData name="Ormson, Angela" userId="102e6b55-4aa2-48f4-91be-6532f33a2b5c" providerId="ADAL" clId="{B49AFE80-8188-43B1-A52B-8F6CCE1B2F4A}" dt="2026-08-17T00:56:19.268" v="10962" actId="1076"/>
          <ac:spMkLst>
            <pc:docMk/>
            <pc:sldMk cId="71591305" sldId="263"/>
            <ac:spMk id="14" creationId="{A9525440-0884-D41B-F5DD-61F2D1BD1D93}"/>
          </ac:spMkLst>
        </pc:spChg>
        <pc:spChg chg="add mod">
          <ac:chgData name="Ormson, Angela" userId="102e6b55-4aa2-48f4-91be-6532f33a2b5c" providerId="ADAL" clId="{B49AFE80-8188-43B1-A52B-8F6CCE1B2F4A}" dt="2026-08-17T00:56:08.553" v="10960" actId="1076"/>
          <ac:spMkLst>
            <pc:docMk/>
            <pc:sldMk cId="71591305" sldId="263"/>
            <ac:spMk id="16" creationId="{F7A97745-6948-FAAC-BEB8-79BA61C3F57E}"/>
          </ac:spMkLst>
        </pc:spChg>
        <pc:spChg chg="add mod">
          <ac:chgData name="Ormson, Angela" userId="102e6b55-4aa2-48f4-91be-6532f33a2b5c" providerId="ADAL" clId="{B49AFE80-8188-43B1-A52B-8F6CCE1B2F4A}" dt="2026-08-17T00:55:38.394" v="10957" actId="1076"/>
          <ac:spMkLst>
            <pc:docMk/>
            <pc:sldMk cId="71591305" sldId="263"/>
            <ac:spMk id="17" creationId="{CDC5EF14-A6FE-45E0-7288-3A2A1DB92F36}"/>
          </ac:spMkLst>
        </pc:spChg>
        <pc:spChg chg="add del mod">
          <ac:chgData name="Ormson, Angela" userId="102e6b55-4aa2-48f4-91be-6532f33a2b5c" providerId="ADAL" clId="{B49AFE80-8188-43B1-A52B-8F6CCE1B2F4A}" dt="2026-08-16T23:59:04.947" v="9720" actId="478"/>
          <ac:spMkLst>
            <pc:docMk/>
            <pc:sldMk cId="71591305" sldId="263"/>
            <ac:spMk id="19" creationId="{4A08F3D9-1724-7729-61B9-64782F548BC3}"/>
          </ac:spMkLst>
        </pc:spChg>
        <pc:spChg chg="add del mod">
          <ac:chgData name="Ormson, Angela" userId="102e6b55-4aa2-48f4-91be-6532f33a2b5c" providerId="ADAL" clId="{B49AFE80-8188-43B1-A52B-8F6CCE1B2F4A}" dt="2026-08-16T23:58:57.507" v="9717" actId="478"/>
          <ac:spMkLst>
            <pc:docMk/>
            <pc:sldMk cId="71591305" sldId="263"/>
            <ac:spMk id="21" creationId="{8CB1511A-F6BE-A0DA-AA69-88284154D9B3}"/>
          </ac:spMkLst>
        </pc:spChg>
        <pc:spChg chg="add del mod">
          <ac:chgData name="Ormson, Angela" userId="102e6b55-4aa2-48f4-91be-6532f33a2b5c" providerId="ADAL" clId="{B49AFE80-8188-43B1-A52B-8F6CCE1B2F4A}" dt="2026-08-16T23:58:48.767" v="9714" actId="478"/>
          <ac:spMkLst>
            <pc:docMk/>
            <pc:sldMk cId="71591305" sldId="263"/>
            <ac:spMk id="23" creationId="{DFFFD5A9-FE67-B0B0-A104-6B95EC9F34B0}"/>
          </ac:spMkLst>
        </pc:spChg>
        <pc:spChg chg="add del">
          <ac:chgData name="Ormson, Angela" userId="102e6b55-4aa2-48f4-91be-6532f33a2b5c" providerId="ADAL" clId="{B49AFE80-8188-43B1-A52B-8F6CCE1B2F4A}" dt="2026-08-16T23:58:46.689" v="9713" actId="22"/>
          <ac:spMkLst>
            <pc:docMk/>
            <pc:sldMk cId="71591305" sldId="263"/>
            <ac:spMk id="25" creationId="{9EC3C6C9-B749-744D-0730-3E3E4768C094}"/>
          </ac:spMkLst>
        </pc:spChg>
        <pc:spChg chg="add del mod">
          <ac:chgData name="Ormson, Angela" userId="102e6b55-4aa2-48f4-91be-6532f33a2b5c" providerId="ADAL" clId="{B49AFE80-8188-43B1-A52B-8F6CCE1B2F4A}" dt="2026-08-17T00:18:56.277" v="10611" actId="478"/>
          <ac:spMkLst>
            <pc:docMk/>
            <pc:sldMk cId="71591305" sldId="263"/>
            <ac:spMk id="27" creationId="{4AC3F385-CCB6-6D84-415C-0FB040B94397}"/>
          </ac:spMkLst>
        </pc:spChg>
        <pc:spChg chg="add del mod">
          <ac:chgData name="Ormson, Angela" userId="102e6b55-4aa2-48f4-91be-6532f33a2b5c" providerId="ADAL" clId="{B49AFE80-8188-43B1-A52B-8F6CCE1B2F4A}" dt="2026-08-17T00:18:58.002" v="10612" actId="478"/>
          <ac:spMkLst>
            <pc:docMk/>
            <pc:sldMk cId="71591305" sldId="263"/>
            <ac:spMk id="29" creationId="{3487430A-B868-2BC3-4B8D-939D8968EC34}"/>
          </ac:spMkLst>
        </pc:spChg>
        <pc:spChg chg="add del mod">
          <ac:chgData name="Ormson, Angela" userId="102e6b55-4aa2-48f4-91be-6532f33a2b5c" providerId="ADAL" clId="{B49AFE80-8188-43B1-A52B-8F6CCE1B2F4A}" dt="2026-08-17T00:18:58.707" v="10613" actId="478"/>
          <ac:spMkLst>
            <pc:docMk/>
            <pc:sldMk cId="71591305" sldId="263"/>
            <ac:spMk id="31" creationId="{57FD6DB5-9991-67E4-AD34-BBC1D7838064}"/>
          </ac:spMkLst>
        </pc:spChg>
        <pc:spChg chg="add mod">
          <ac:chgData name="Ormson, Angela" userId="102e6b55-4aa2-48f4-91be-6532f33a2b5c" providerId="ADAL" clId="{B49AFE80-8188-43B1-A52B-8F6CCE1B2F4A}" dt="2026-08-17T00:56:15.700" v="10961" actId="1076"/>
          <ac:spMkLst>
            <pc:docMk/>
            <pc:sldMk cId="71591305" sldId="263"/>
            <ac:spMk id="33" creationId="{412797DB-F2CA-E817-5B33-D0E0D6EF4909}"/>
          </ac:spMkLst>
        </pc:spChg>
        <pc:spChg chg="add mod">
          <ac:chgData name="Ormson, Angela" userId="102e6b55-4aa2-48f4-91be-6532f33a2b5c" providerId="ADAL" clId="{B49AFE80-8188-43B1-A52B-8F6CCE1B2F4A}" dt="2026-08-17T00:56:21.253" v="10963" actId="1076"/>
          <ac:spMkLst>
            <pc:docMk/>
            <pc:sldMk cId="71591305" sldId="263"/>
            <ac:spMk id="35" creationId="{0E98D938-2AEF-6CCE-6D7A-FF5B13CECA12}"/>
          </ac:spMkLst>
        </pc:spChg>
        <pc:spChg chg="add mod">
          <ac:chgData name="Ormson, Angela" userId="102e6b55-4aa2-48f4-91be-6532f33a2b5c" providerId="ADAL" clId="{B49AFE80-8188-43B1-A52B-8F6CCE1B2F4A}" dt="2026-08-17T00:55:33.324" v="10956" actId="1076"/>
          <ac:spMkLst>
            <pc:docMk/>
            <pc:sldMk cId="71591305" sldId="263"/>
            <ac:spMk id="37" creationId="{68F0A177-024D-3703-EB74-492A3CB5925B}"/>
          </ac:spMkLst>
        </pc:spChg>
        <pc:spChg chg="add mod">
          <ac:chgData name="Ormson, Angela" userId="102e6b55-4aa2-48f4-91be-6532f33a2b5c" providerId="ADAL" clId="{B49AFE80-8188-43B1-A52B-8F6CCE1B2F4A}" dt="2026-08-17T03:32:06.702" v="18035" actId="113"/>
          <ac:spMkLst>
            <pc:docMk/>
            <pc:sldMk cId="71591305" sldId="263"/>
            <ac:spMk id="38" creationId="{B1592219-A8F4-5D55-7D0F-2BDE4A3EE13B}"/>
          </ac:spMkLst>
        </pc:spChg>
        <pc:cxnChg chg="add mod">
          <ac:chgData name="Ormson, Angela" userId="102e6b55-4aa2-48f4-91be-6532f33a2b5c" providerId="ADAL" clId="{B49AFE80-8188-43B1-A52B-8F6CCE1B2F4A}" dt="2026-08-17T02:44:45.160" v="15993" actId="14100"/>
          <ac:cxnSpMkLst>
            <pc:docMk/>
            <pc:sldMk cId="71591305" sldId="263"/>
            <ac:cxnSpMk id="39" creationId="{23DF8D67-5C2D-EDE3-CF66-C60DA9A840E9}"/>
          </ac:cxnSpMkLst>
        </pc:cxnChg>
        <pc:cxnChg chg="add mod">
          <ac:chgData name="Ormson, Angela" userId="102e6b55-4aa2-48f4-91be-6532f33a2b5c" providerId="ADAL" clId="{B49AFE80-8188-43B1-A52B-8F6CCE1B2F4A}" dt="2026-08-17T02:45:20.112" v="16002" actId="14100"/>
          <ac:cxnSpMkLst>
            <pc:docMk/>
            <pc:sldMk cId="71591305" sldId="263"/>
            <ac:cxnSpMk id="40" creationId="{1A2C1366-F4FF-280F-6F45-2494E00767ED}"/>
          </ac:cxnSpMkLst>
        </pc:cxnChg>
        <pc:cxnChg chg="add mod">
          <ac:chgData name="Ormson, Angela" userId="102e6b55-4aa2-48f4-91be-6532f33a2b5c" providerId="ADAL" clId="{B49AFE80-8188-43B1-A52B-8F6CCE1B2F4A}" dt="2026-08-17T02:45:09.430" v="15999" actId="14100"/>
          <ac:cxnSpMkLst>
            <pc:docMk/>
            <pc:sldMk cId="71591305" sldId="263"/>
            <ac:cxnSpMk id="41" creationId="{BC02A563-CDD9-0FF7-DB65-A603D53DBF9C}"/>
          </ac:cxnSpMkLst>
        </pc:cxnChg>
        <pc:cxnChg chg="add mod">
          <ac:chgData name="Ormson, Angela" userId="102e6b55-4aa2-48f4-91be-6532f33a2b5c" providerId="ADAL" clId="{B49AFE80-8188-43B1-A52B-8F6CCE1B2F4A}" dt="2026-08-17T02:44:55.061" v="15995" actId="14100"/>
          <ac:cxnSpMkLst>
            <pc:docMk/>
            <pc:sldMk cId="71591305" sldId="263"/>
            <ac:cxnSpMk id="42" creationId="{956C0DD1-0E1D-82BD-9D0A-F0ED1893F2AD}"/>
          </ac:cxnSpMkLst>
        </pc:cxnChg>
        <pc:cxnChg chg="add mod">
          <ac:chgData name="Ormson, Angela" userId="102e6b55-4aa2-48f4-91be-6532f33a2b5c" providerId="ADAL" clId="{B49AFE80-8188-43B1-A52B-8F6CCE1B2F4A}" dt="2026-08-17T02:45:13.287" v="16000" actId="14100"/>
          <ac:cxnSpMkLst>
            <pc:docMk/>
            <pc:sldMk cId="71591305" sldId="263"/>
            <ac:cxnSpMk id="43" creationId="{48B6F019-90B2-7E4C-1240-2055C706D1A9}"/>
          </ac:cxnSpMkLst>
        </pc:cxnChg>
      </pc:sldChg>
      <pc:sldChg chg="addSp delSp modSp new mod modNotesTx">
        <pc:chgData name="Ormson, Angela" userId="102e6b55-4aa2-48f4-91be-6532f33a2b5c" providerId="ADAL" clId="{B49AFE80-8188-43B1-A52B-8F6CCE1B2F4A}" dt="2026-08-17T03:32:00.693" v="18034" actId="1076"/>
        <pc:sldMkLst>
          <pc:docMk/>
          <pc:sldMk cId="4235899930" sldId="264"/>
        </pc:sldMkLst>
        <pc:spChg chg="del mod">
          <ac:chgData name="Ormson, Angela" userId="102e6b55-4aa2-48f4-91be-6532f33a2b5c" providerId="ADAL" clId="{B49AFE80-8188-43B1-A52B-8F6CCE1B2F4A}" dt="2026-08-16T20:11:39.278" v="4681" actId="478"/>
          <ac:spMkLst>
            <pc:docMk/>
            <pc:sldMk cId="4235899930" sldId="264"/>
            <ac:spMk id="2" creationId="{36D94C1C-541A-04A3-6EA3-DE4BCD95ACB6}"/>
          </ac:spMkLst>
        </pc:spChg>
        <pc:spChg chg="mod">
          <ac:chgData name="Ormson, Angela" userId="102e6b55-4aa2-48f4-91be-6532f33a2b5c" providerId="ADAL" clId="{B49AFE80-8188-43B1-A52B-8F6CCE1B2F4A}" dt="2026-08-16T23:08:07.080" v="8277" actId="207"/>
          <ac:spMkLst>
            <pc:docMk/>
            <pc:sldMk cId="4235899930" sldId="264"/>
            <ac:spMk id="3" creationId="{694DFEB4-F173-C780-C794-6785B8BDF983}"/>
          </ac:spMkLst>
        </pc:spChg>
        <pc:spChg chg="add del">
          <ac:chgData name="Ormson, Angela" userId="102e6b55-4aa2-48f4-91be-6532f33a2b5c" providerId="ADAL" clId="{B49AFE80-8188-43B1-A52B-8F6CCE1B2F4A}" dt="2026-08-16T20:05:15.241" v="4518" actId="478"/>
          <ac:spMkLst>
            <pc:docMk/>
            <pc:sldMk cId="4235899930" sldId="264"/>
            <ac:spMk id="5" creationId="{A6CC7383-7ECE-D851-F136-B2BCC75EC96C}"/>
          </ac:spMkLst>
        </pc:spChg>
        <pc:spChg chg="add mod ord">
          <ac:chgData name="Ormson, Angela" userId="102e6b55-4aa2-48f4-91be-6532f33a2b5c" providerId="ADAL" clId="{B49AFE80-8188-43B1-A52B-8F6CCE1B2F4A}" dt="2026-08-16T23:08:07.080" v="8277" actId="207"/>
          <ac:spMkLst>
            <pc:docMk/>
            <pc:sldMk cId="4235899930" sldId="264"/>
            <ac:spMk id="7" creationId="{78B9FB2A-0675-8C18-052C-B5B040A4A532}"/>
          </ac:spMkLst>
        </pc:spChg>
        <pc:spChg chg="add del">
          <ac:chgData name="Ormson, Angela" userId="102e6b55-4aa2-48f4-91be-6532f33a2b5c" providerId="ADAL" clId="{B49AFE80-8188-43B1-A52B-8F6CCE1B2F4A}" dt="2026-08-16T20:11:34.183" v="4680" actId="22"/>
          <ac:spMkLst>
            <pc:docMk/>
            <pc:sldMk cId="4235899930" sldId="264"/>
            <ac:spMk id="9" creationId="{DA1E86F6-4DF2-96C8-7973-FC8FA71C6DE2}"/>
          </ac:spMkLst>
        </pc:spChg>
        <pc:spChg chg="add mod">
          <ac:chgData name="Ormson, Angela" userId="102e6b55-4aa2-48f4-91be-6532f33a2b5c" providerId="ADAL" clId="{B49AFE80-8188-43B1-A52B-8F6CCE1B2F4A}" dt="2026-08-17T02:40:37.406" v="15936" actId="20577"/>
          <ac:spMkLst>
            <pc:docMk/>
            <pc:sldMk cId="4235899930" sldId="264"/>
            <ac:spMk id="10" creationId="{BB3F607F-77D3-3815-7404-62D31CA4DE83}"/>
          </ac:spMkLst>
        </pc:spChg>
        <pc:spChg chg="add mod ord">
          <ac:chgData name="Ormson, Angela" userId="102e6b55-4aa2-48f4-91be-6532f33a2b5c" providerId="ADAL" clId="{B49AFE80-8188-43B1-A52B-8F6CCE1B2F4A}" dt="2026-08-17T02:40:42.040" v="15938" actId="20577"/>
          <ac:spMkLst>
            <pc:docMk/>
            <pc:sldMk cId="4235899930" sldId="264"/>
            <ac:spMk id="12" creationId="{512A33B2-9E23-1978-A294-B375AB13B99B}"/>
          </ac:spMkLst>
        </pc:spChg>
        <pc:spChg chg="add mod">
          <ac:chgData name="Ormson, Angela" userId="102e6b55-4aa2-48f4-91be-6532f33a2b5c" providerId="ADAL" clId="{B49AFE80-8188-43B1-A52B-8F6CCE1B2F4A}" dt="2026-08-17T02:40:40.654" v="15937" actId="20577"/>
          <ac:spMkLst>
            <pc:docMk/>
            <pc:sldMk cId="4235899930" sldId="264"/>
            <ac:spMk id="14" creationId="{346FA0CE-21EA-E045-AFAB-34F626482250}"/>
          </ac:spMkLst>
        </pc:spChg>
        <pc:spChg chg="add mod">
          <ac:chgData name="Ormson, Angela" userId="102e6b55-4aa2-48f4-91be-6532f33a2b5c" providerId="ADAL" clId="{B49AFE80-8188-43B1-A52B-8F6CCE1B2F4A}" dt="2026-08-17T02:40:43.111" v="15939" actId="20577"/>
          <ac:spMkLst>
            <pc:docMk/>
            <pc:sldMk cId="4235899930" sldId="264"/>
            <ac:spMk id="16" creationId="{5A6C3CE3-6AD8-3B6F-AA09-ECE63B89C8FD}"/>
          </ac:spMkLst>
        </pc:spChg>
        <pc:spChg chg="add mod">
          <ac:chgData name="Ormson, Angela" userId="102e6b55-4aa2-48f4-91be-6532f33a2b5c" providerId="ADAL" clId="{B49AFE80-8188-43B1-A52B-8F6CCE1B2F4A}" dt="2026-08-17T02:41:05.552" v="15948" actId="27636"/>
          <ac:spMkLst>
            <pc:docMk/>
            <pc:sldMk cId="4235899930" sldId="264"/>
            <ac:spMk id="18" creationId="{2E277049-AB94-6328-DCDA-8FF01B72DA18}"/>
          </ac:spMkLst>
        </pc:spChg>
        <pc:spChg chg="add del mod">
          <ac:chgData name="Ormson, Angela" userId="102e6b55-4aa2-48f4-91be-6532f33a2b5c" providerId="ADAL" clId="{B49AFE80-8188-43B1-A52B-8F6CCE1B2F4A}" dt="2026-08-17T00:42:11.607" v="10885" actId="478"/>
          <ac:spMkLst>
            <pc:docMk/>
            <pc:sldMk cId="4235899930" sldId="264"/>
            <ac:spMk id="19" creationId="{B94C6B41-453A-9A0A-60FC-D52BFE4F9C58}"/>
          </ac:spMkLst>
        </pc:spChg>
        <pc:spChg chg="add mod">
          <ac:chgData name="Ormson, Angela" userId="102e6b55-4aa2-48f4-91be-6532f33a2b5c" providerId="ADAL" clId="{B49AFE80-8188-43B1-A52B-8F6CCE1B2F4A}" dt="2026-08-17T00:42:22.016" v="10889" actId="1076"/>
          <ac:spMkLst>
            <pc:docMk/>
            <pc:sldMk cId="4235899930" sldId="264"/>
            <ac:spMk id="21" creationId="{586512B1-18B5-08CC-0DE9-ABEC725E25D3}"/>
          </ac:spMkLst>
        </pc:spChg>
        <pc:spChg chg="add del mod">
          <ac:chgData name="Ormson, Angela" userId="102e6b55-4aa2-48f4-91be-6532f33a2b5c" providerId="ADAL" clId="{B49AFE80-8188-43B1-A52B-8F6CCE1B2F4A}" dt="2026-08-17T00:42:13.643" v="10886" actId="478"/>
          <ac:spMkLst>
            <pc:docMk/>
            <pc:sldMk cId="4235899930" sldId="264"/>
            <ac:spMk id="23" creationId="{E48F8F49-FCC8-9350-3A39-E08F37C4781E}"/>
          </ac:spMkLst>
        </pc:spChg>
        <pc:spChg chg="add del">
          <ac:chgData name="Ormson, Angela" userId="102e6b55-4aa2-48f4-91be-6532f33a2b5c" providerId="ADAL" clId="{B49AFE80-8188-43B1-A52B-8F6CCE1B2F4A}" dt="2026-08-16T23:41:37.633" v="9333" actId="11529"/>
          <ac:spMkLst>
            <pc:docMk/>
            <pc:sldMk cId="4235899930" sldId="264"/>
            <ac:spMk id="24" creationId="{E92F63C9-5546-7597-3C13-F88E16454CA7}"/>
          </ac:spMkLst>
        </pc:spChg>
        <pc:spChg chg="add del mod">
          <ac:chgData name="Ormson, Angela" userId="102e6b55-4aa2-48f4-91be-6532f33a2b5c" providerId="ADAL" clId="{B49AFE80-8188-43B1-A52B-8F6CCE1B2F4A}" dt="2026-08-16T23:46:58.317" v="9360" actId="478"/>
          <ac:spMkLst>
            <pc:docMk/>
            <pc:sldMk cId="4235899930" sldId="264"/>
            <ac:spMk id="27" creationId="{87D043B1-3994-14A8-D3A1-16F88993E6B8}"/>
          </ac:spMkLst>
        </pc:spChg>
        <pc:spChg chg="add mod">
          <ac:chgData name="Ormson, Angela" userId="102e6b55-4aa2-48f4-91be-6532f33a2b5c" providerId="ADAL" clId="{B49AFE80-8188-43B1-A52B-8F6CCE1B2F4A}" dt="2026-08-17T00:44:40.396" v="10938" actId="14100"/>
          <ac:spMkLst>
            <pc:docMk/>
            <pc:sldMk cId="4235899930" sldId="264"/>
            <ac:spMk id="28" creationId="{E4A42D5F-F319-2CFF-6906-8B396E386F45}"/>
          </ac:spMkLst>
        </pc:spChg>
        <pc:spChg chg="add mod">
          <ac:chgData name="Ormson, Angela" userId="102e6b55-4aa2-48f4-91be-6532f33a2b5c" providerId="ADAL" clId="{B49AFE80-8188-43B1-A52B-8F6CCE1B2F4A}" dt="2026-08-17T00:43:19.883" v="10898" actId="207"/>
          <ac:spMkLst>
            <pc:docMk/>
            <pc:sldMk cId="4235899930" sldId="264"/>
            <ac:spMk id="30" creationId="{B94D2E5C-4949-725B-DDE9-CAED3137D3EA}"/>
          </ac:spMkLst>
        </pc:spChg>
        <pc:spChg chg="add">
          <ac:chgData name="Ormson, Angela" userId="102e6b55-4aa2-48f4-91be-6532f33a2b5c" providerId="ADAL" clId="{B49AFE80-8188-43B1-A52B-8F6CCE1B2F4A}" dt="2026-08-17T00:42:28.568" v="10891" actId="22"/>
          <ac:spMkLst>
            <pc:docMk/>
            <pc:sldMk cId="4235899930" sldId="264"/>
            <ac:spMk id="32" creationId="{506BF868-C5E6-1E3E-1E4B-FEE595A2FD0E}"/>
          </ac:spMkLst>
        </pc:spChg>
        <pc:spChg chg="add mod">
          <ac:chgData name="Ormson, Angela" userId="102e6b55-4aa2-48f4-91be-6532f33a2b5c" providerId="ADAL" clId="{B49AFE80-8188-43B1-A52B-8F6CCE1B2F4A}" dt="2026-08-17T03:32:00.693" v="18034" actId="1076"/>
          <ac:spMkLst>
            <pc:docMk/>
            <pc:sldMk cId="4235899930" sldId="264"/>
            <ac:spMk id="33" creationId="{2338A1B1-28F4-6CC6-A1B1-42640C5A1EE0}"/>
          </ac:spMkLst>
        </pc:spChg>
        <pc:picChg chg="add del">
          <ac:chgData name="Ormson, Angela" userId="102e6b55-4aa2-48f4-91be-6532f33a2b5c" providerId="ADAL" clId="{B49AFE80-8188-43B1-A52B-8F6CCE1B2F4A}" dt="2026-08-16T23:41:42.510" v="9335" actId="22"/>
          <ac:picMkLst>
            <pc:docMk/>
            <pc:sldMk cId="4235899930" sldId="264"/>
            <ac:picMk id="26" creationId="{AA8EC59C-BC12-63EC-4E1F-6EFF22F52989}"/>
          </ac:picMkLst>
        </pc:picChg>
        <pc:cxnChg chg="add mod">
          <ac:chgData name="Ormson, Angela" userId="102e6b55-4aa2-48f4-91be-6532f33a2b5c" providerId="ADAL" clId="{B49AFE80-8188-43B1-A52B-8F6CCE1B2F4A}" dt="2026-08-17T02:40:30.662" v="15935" actId="1076"/>
          <ac:cxnSpMkLst>
            <pc:docMk/>
            <pc:sldMk cId="4235899930" sldId="264"/>
            <ac:cxnSpMk id="34" creationId="{87D51F8F-4906-D98D-41F8-A4D9E0DB62E0}"/>
          </ac:cxnSpMkLst>
        </pc:cxnChg>
        <pc:cxnChg chg="add mod">
          <ac:chgData name="Ormson, Angela" userId="102e6b55-4aa2-48f4-91be-6532f33a2b5c" providerId="ADAL" clId="{B49AFE80-8188-43B1-A52B-8F6CCE1B2F4A}" dt="2026-08-17T02:40:29.848" v="15934" actId="1076"/>
          <ac:cxnSpMkLst>
            <pc:docMk/>
            <pc:sldMk cId="4235899930" sldId="264"/>
            <ac:cxnSpMk id="35" creationId="{D4A197D1-C5B2-DA55-B19A-53F46E91F776}"/>
          </ac:cxnSpMkLst>
        </pc:cxnChg>
        <pc:cxnChg chg="add mod">
          <ac:chgData name="Ormson, Angela" userId="102e6b55-4aa2-48f4-91be-6532f33a2b5c" providerId="ADAL" clId="{B49AFE80-8188-43B1-A52B-8F6CCE1B2F4A}" dt="2026-08-17T02:40:29.254" v="15933" actId="1076"/>
          <ac:cxnSpMkLst>
            <pc:docMk/>
            <pc:sldMk cId="4235899930" sldId="264"/>
            <ac:cxnSpMk id="36" creationId="{0F31B8E7-32FD-85D2-AE63-DD2CBF3C92E8}"/>
          </ac:cxnSpMkLst>
        </pc:cxnChg>
        <pc:cxnChg chg="add mod">
          <ac:chgData name="Ormson, Angela" userId="102e6b55-4aa2-48f4-91be-6532f33a2b5c" providerId="ADAL" clId="{B49AFE80-8188-43B1-A52B-8F6CCE1B2F4A}" dt="2026-08-17T02:40:28.090" v="15932" actId="1076"/>
          <ac:cxnSpMkLst>
            <pc:docMk/>
            <pc:sldMk cId="4235899930" sldId="264"/>
            <ac:cxnSpMk id="37" creationId="{B231C6C8-ECA6-D654-294A-8079CEA967D1}"/>
          </ac:cxnSpMkLst>
        </pc:cxnChg>
        <pc:cxnChg chg="add mod">
          <ac:chgData name="Ormson, Angela" userId="102e6b55-4aa2-48f4-91be-6532f33a2b5c" providerId="ADAL" clId="{B49AFE80-8188-43B1-A52B-8F6CCE1B2F4A}" dt="2026-08-17T02:41:09.602" v="15950" actId="1076"/>
          <ac:cxnSpMkLst>
            <pc:docMk/>
            <pc:sldMk cId="4235899930" sldId="264"/>
            <ac:cxnSpMk id="38" creationId="{C0250AB4-5B54-658C-3B84-14595DC92A52}"/>
          </ac:cxnSpMkLst>
        </pc:cxnChg>
        <pc:cxnChg chg="add mod">
          <ac:chgData name="Ormson, Angela" userId="102e6b55-4aa2-48f4-91be-6532f33a2b5c" providerId="ADAL" clId="{B49AFE80-8188-43B1-A52B-8F6CCE1B2F4A}" dt="2026-08-17T02:41:16.513" v="15952" actId="1076"/>
          <ac:cxnSpMkLst>
            <pc:docMk/>
            <pc:sldMk cId="4235899930" sldId="264"/>
            <ac:cxnSpMk id="39" creationId="{C7AE6C7F-8196-3151-52F7-9C627C6F858D}"/>
          </ac:cxnSpMkLst>
        </pc:cxnChg>
        <pc:cxnChg chg="add mod">
          <ac:chgData name="Ormson, Angela" userId="102e6b55-4aa2-48f4-91be-6532f33a2b5c" providerId="ADAL" clId="{B49AFE80-8188-43B1-A52B-8F6CCE1B2F4A}" dt="2026-08-17T02:41:20.126" v="15954" actId="1076"/>
          <ac:cxnSpMkLst>
            <pc:docMk/>
            <pc:sldMk cId="4235899930" sldId="264"/>
            <ac:cxnSpMk id="40" creationId="{C7097C0A-93B7-B81D-9143-9FE3F5F089A7}"/>
          </ac:cxnSpMkLst>
        </pc:cxnChg>
        <pc:cxnChg chg="add mod">
          <ac:chgData name="Ormson, Angela" userId="102e6b55-4aa2-48f4-91be-6532f33a2b5c" providerId="ADAL" clId="{B49AFE80-8188-43B1-A52B-8F6CCE1B2F4A}" dt="2026-08-17T02:41:35.461" v="15956" actId="1076"/>
          <ac:cxnSpMkLst>
            <pc:docMk/>
            <pc:sldMk cId="4235899930" sldId="264"/>
            <ac:cxnSpMk id="41" creationId="{8B4C06AD-17CC-C310-2027-F5A5A1410ABF}"/>
          </ac:cxnSpMkLst>
        </pc:cxnChg>
        <pc:cxnChg chg="add mod">
          <ac:chgData name="Ormson, Angela" userId="102e6b55-4aa2-48f4-91be-6532f33a2b5c" providerId="ADAL" clId="{B49AFE80-8188-43B1-A52B-8F6CCE1B2F4A}" dt="2026-08-17T02:41:39.154" v="15958" actId="1076"/>
          <ac:cxnSpMkLst>
            <pc:docMk/>
            <pc:sldMk cId="4235899930" sldId="264"/>
            <ac:cxnSpMk id="42" creationId="{C9AA05EB-71C1-0A42-9607-0CFFFE43489C}"/>
          </ac:cxnSpMkLst>
        </pc:cxnChg>
      </pc:sldChg>
      <pc:sldChg chg="addSp delSp modSp new mod modNotesTx">
        <pc:chgData name="Ormson, Angela" userId="102e6b55-4aa2-48f4-91be-6532f33a2b5c" providerId="ADAL" clId="{B49AFE80-8188-43B1-A52B-8F6CCE1B2F4A}" dt="2026-08-17T03:31:35.381" v="18029" actId="1076"/>
        <pc:sldMkLst>
          <pc:docMk/>
          <pc:sldMk cId="3985542464" sldId="265"/>
        </pc:sldMkLst>
        <pc:spChg chg="del mod">
          <ac:chgData name="Ormson, Angela" userId="102e6b55-4aa2-48f4-91be-6532f33a2b5c" providerId="ADAL" clId="{B49AFE80-8188-43B1-A52B-8F6CCE1B2F4A}" dt="2026-08-16T20:02:46.894" v="4486" actId="478"/>
          <ac:spMkLst>
            <pc:docMk/>
            <pc:sldMk cId="3985542464" sldId="265"/>
            <ac:spMk id="2" creationId="{B1887AF1-CED9-3D4D-C425-A2E9FE2AF06F}"/>
          </ac:spMkLst>
        </pc:spChg>
        <pc:spChg chg="mod">
          <ac:chgData name="Ormson, Angela" userId="102e6b55-4aa2-48f4-91be-6532f33a2b5c" providerId="ADAL" clId="{B49AFE80-8188-43B1-A52B-8F6CCE1B2F4A}" dt="2026-08-16T22:31:14.769" v="7597" actId="1076"/>
          <ac:spMkLst>
            <pc:docMk/>
            <pc:sldMk cId="3985542464" sldId="265"/>
            <ac:spMk id="3" creationId="{8F5F6142-5C3D-FE94-789D-A73CD216BBD0}"/>
          </ac:spMkLst>
        </pc:spChg>
        <pc:spChg chg="add del mod">
          <ac:chgData name="Ormson, Angela" userId="102e6b55-4aa2-48f4-91be-6532f33a2b5c" providerId="ADAL" clId="{B49AFE80-8188-43B1-A52B-8F6CCE1B2F4A}" dt="2026-08-16T20:05:07.755" v="4514" actId="478"/>
          <ac:spMkLst>
            <pc:docMk/>
            <pc:sldMk cId="3985542464" sldId="265"/>
            <ac:spMk id="5" creationId="{009984FC-9F7C-D8F8-3999-D5D0D56A5855}"/>
          </ac:spMkLst>
        </pc:spChg>
        <pc:spChg chg="add mod ord">
          <ac:chgData name="Ormson, Angela" userId="102e6b55-4aa2-48f4-91be-6532f33a2b5c" providerId="ADAL" clId="{B49AFE80-8188-43B1-A52B-8F6CCE1B2F4A}" dt="2026-08-16T23:03:13.788" v="8092" actId="14100"/>
          <ac:spMkLst>
            <pc:docMk/>
            <pc:sldMk cId="3985542464" sldId="265"/>
            <ac:spMk id="7" creationId="{BB9CE010-1733-C42D-507C-F6745BE326A7}"/>
          </ac:spMkLst>
        </pc:spChg>
        <pc:spChg chg="add mod">
          <ac:chgData name="Ormson, Angela" userId="102e6b55-4aa2-48f4-91be-6532f33a2b5c" providerId="ADAL" clId="{B49AFE80-8188-43B1-A52B-8F6CCE1B2F4A}" dt="2026-08-17T00:26:55.242" v="10685" actId="14100"/>
          <ac:spMkLst>
            <pc:docMk/>
            <pc:sldMk cId="3985542464" sldId="265"/>
            <ac:spMk id="8" creationId="{4A98FED4-98E6-8531-D219-423B8D0A0667}"/>
          </ac:spMkLst>
        </pc:spChg>
        <pc:spChg chg="add del mod">
          <ac:chgData name="Ormson, Angela" userId="102e6b55-4aa2-48f4-91be-6532f33a2b5c" providerId="ADAL" clId="{B49AFE80-8188-43B1-A52B-8F6CCE1B2F4A}" dt="2026-08-16T20:16:22.237" v="4726" actId="11529"/>
          <ac:spMkLst>
            <pc:docMk/>
            <pc:sldMk cId="3985542464" sldId="265"/>
            <ac:spMk id="9" creationId="{94971908-CF9C-88EB-2DBB-2A026A1B1BBF}"/>
          </ac:spMkLst>
        </pc:spChg>
        <pc:spChg chg="add mod">
          <ac:chgData name="Ormson, Angela" userId="102e6b55-4aa2-48f4-91be-6532f33a2b5c" providerId="ADAL" clId="{B49AFE80-8188-43B1-A52B-8F6CCE1B2F4A}" dt="2026-08-17T00:25:55.862" v="10679" actId="14100"/>
          <ac:spMkLst>
            <pc:docMk/>
            <pc:sldMk cId="3985542464" sldId="265"/>
            <ac:spMk id="11" creationId="{7B24AFF4-8071-5AE8-E09C-D0B3094D7CCB}"/>
          </ac:spMkLst>
        </pc:spChg>
        <pc:spChg chg="add mod">
          <ac:chgData name="Ormson, Angela" userId="102e6b55-4aa2-48f4-91be-6532f33a2b5c" providerId="ADAL" clId="{B49AFE80-8188-43B1-A52B-8F6CCE1B2F4A}" dt="2026-08-17T00:27:47.429" v="10686" actId="14100"/>
          <ac:spMkLst>
            <pc:docMk/>
            <pc:sldMk cId="3985542464" sldId="265"/>
            <ac:spMk id="13" creationId="{FF57D016-1550-CCDA-52D2-C005B019A873}"/>
          </ac:spMkLst>
        </pc:spChg>
        <pc:spChg chg="add mod">
          <ac:chgData name="Ormson, Angela" userId="102e6b55-4aa2-48f4-91be-6532f33a2b5c" providerId="ADAL" clId="{B49AFE80-8188-43B1-A52B-8F6CCE1B2F4A}" dt="2026-08-17T00:25:48.958" v="10678" actId="14100"/>
          <ac:spMkLst>
            <pc:docMk/>
            <pc:sldMk cId="3985542464" sldId="265"/>
            <ac:spMk id="15" creationId="{4CF6286F-0C60-C41D-B3BE-8AC0A29C8B00}"/>
          </ac:spMkLst>
        </pc:spChg>
        <pc:spChg chg="add mod">
          <ac:chgData name="Ormson, Angela" userId="102e6b55-4aa2-48f4-91be-6532f33a2b5c" providerId="ADAL" clId="{B49AFE80-8188-43B1-A52B-8F6CCE1B2F4A}" dt="2026-08-16T20:20:54.804" v="4780" actId="20577"/>
          <ac:spMkLst>
            <pc:docMk/>
            <pc:sldMk cId="3985542464" sldId="265"/>
            <ac:spMk id="21" creationId="{9BC5357B-672B-33EB-9AE9-B0221D84BD10}"/>
          </ac:spMkLst>
        </pc:spChg>
        <pc:spChg chg="add del mod">
          <ac:chgData name="Ormson, Angela" userId="102e6b55-4aa2-48f4-91be-6532f33a2b5c" providerId="ADAL" clId="{B49AFE80-8188-43B1-A52B-8F6CCE1B2F4A}" dt="2026-08-16T20:27:55.592" v="5462" actId="21"/>
          <ac:spMkLst>
            <pc:docMk/>
            <pc:sldMk cId="3985542464" sldId="265"/>
            <ac:spMk id="22" creationId="{782A8CEB-B25B-941F-E2A7-064DCAF6DB1E}"/>
          </ac:spMkLst>
        </pc:spChg>
        <pc:spChg chg="add mod">
          <ac:chgData name="Ormson, Angela" userId="102e6b55-4aa2-48f4-91be-6532f33a2b5c" providerId="ADAL" clId="{B49AFE80-8188-43B1-A52B-8F6CCE1B2F4A}" dt="2026-08-17T00:25:15.889" v="10673" actId="1076"/>
          <ac:spMkLst>
            <pc:docMk/>
            <pc:sldMk cId="3985542464" sldId="265"/>
            <ac:spMk id="24" creationId="{1263505F-5328-44D1-A714-E64101457AB5}"/>
          </ac:spMkLst>
        </pc:spChg>
        <pc:spChg chg="add mod">
          <ac:chgData name="Ormson, Angela" userId="102e6b55-4aa2-48f4-91be-6532f33a2b5c" providerId="ADAL" clId="{B49AFE80-8188-43B1-A52B-8F6CCE1B2F4A}" dt="2026-08-17T00:25:32.561" v="10676" actId="1076"/>
          <ac:spMkLst>
            <pc:docMk/>
            <pc:sldMk cId="3985542464" sldId="265"/>
            <ac:spMk id="26" creationId="{6B09E0E9-E947-4343-990D-8132418015E6}"/>
          </ac:spMkLst>
        </pc:spChg>
        <pc:spChg chg="add mod">
          <ac:chgData name="Ormson, Angela" userId="102e6b55-4aa2-48f4-91be-6532f33a2b5c" providerId="ADAL" clId="{B49AFE80-8188-43B1-A52B-8F6CCE1B2F4A}" dt="2026-08-17T00:27:58.639" v="10688" actId="1076"/>
          <ac:spMkLst>
            <pc:docMk/>
            <pc:sldMk cId="3985542464" sldId="265"/>
            <ac:spMk id="28" creationId="{4C45418A-2A9D-599E-6FB2-FD007BD3185A}"/>
          </ac:spMkLst>
        </pc:spChg>
        <pc:spChg chg="add mod">
          <ac:chgData name="Ormson, Angela" userId="102e6b55-4aa2-48f4-91be-6532f33a2b5c" providerId="ADAL" clId="{B49AFE80-8188-43B1-A52B-8F6CCE1B2F4A}" dt="2026-08-17T00:28:04.974" v="10689" actId="1076"/>
          <ac:spMkLst>
            <pc:docMk/>
            <pc:sldMk cId="3985542464" sldId="265"/>
            <ac:spMk id="30" creationId="{19F05514-960B-A809-B98A-F1F0859CD867}"/>
          </ac:spMkLst>
        </pc:spChg>
        <pc:spChg chg="add mod">
          <ac:chgData name="Ormson, Angela" userId="102e6b55-4aa2-48f4-91be-6532f33a2b5c" providerId="ADAL" clId="{B49AFE80-8188-43B1-A52B-8F6CCE1B2F4A}" dt="2026-08-17T03:31:35.381" v="18029" actId="1076"/>
          <ac:spMkLst>
            <pc:docMk/>
            <pc:sldMk cId="3985542464" sldId="265"/>
            <ac:spMk id="31" creationId="{3688B964-7251-8B80-E8B3-4513E0C61173}"/>
          </ac:spMkLst>
        </pc:spChg>
        <pc:cxnChg chg="add mod">
          <ac:chgData name="Ormson, Angela" userId="102e6b55-4aa2-48f4-91be-6532f33a2b5c" providerId="ADAL" clId="{B49AFE80-8188-43B1-A52B-8F6CCE1B2F4A}" dt="2026-08-17T00:25:27.219" v="10675" actId="1076"/>
          <ac:cxnSpMkLst>
            <pc:docMk/>
            <pc:sldMk cId="3985542464" sldId="265"/>
            <ac:cxnSpMk id="17" creationId="{366F6583-45B2-0247-A7ED-FFC5C94B96AC}"/>
          </ac:cxnSpMkLst>
        </pc:cxnChg>
        <pc:cxnChg chg="add mod">
          <ac:chgData name="Ormson, Angela" userId="102e6b55-4aa2-48f4-91be-6532f33a2b5c" providerId="ADAL" clId="{B49AFE80-8188-43B1-A52B-8F6CCE1B2F4A}" dt="2026-08-17T00:26:22.729" v="10683" actId="1076"/>
          <ac:cxnSpMkLst>
            <pc:docMk/>
            <pc:sldMk cId="3985542464" sldId="265"/>
            <ac:cxnSpMk id="18" creationId="{5806F02B-94B7-3500-1D4A-4C044E4BB6B7}"/>
          </ac:cxnSpMkLst>
        </pc:cxnChg>
        <pc:cxnChg chg="add mod">
          <ac:chgData name="Ormson, Angela" userId="102e6b55-4aa2-48f4-91be-6532f33a2b5c" providerId="ADAL" clId="{B49AFE80-8188-43B1-A52B-8F6CCE1B2F4A}" dt="2026-08-17T00:27:54.889" v="10687" actId="1076"/>
          <ac:cxnSpMkLst>
            <pc:docMk/>
            <pc:sldMk cId="3985542464" sldId="265"/>
            <ac:cxnSpMk id="19" creationId="{2BD489B0-89B7-6367-2135-39B7E7E5C92B}"/>
          </ac:cxnSpMkLst>
        </pc:cxnChg>
        <pc:cxnChg chg="add mod">
          <ac:chgData name="Ormson, Angela" userId="102e6b55-4aa2-48f4-91be-6532f33a2b5c" providerId="ADAL" clId="{B49AFE80-8188-43B1-A52B-8F6CCE1B2F4A}" dt="2026-08-17T00:26:05.298" v="10680" actId="1076"/>
          <ac:cxnSpMkLst>
            <pc:docMk/>
            <pc:sldMk cId="3985542464" sldId="265"/>
            <ac:cxnSpMk id="20" creationId="{40756E1A-4AB7-77C0-8372-FF7C4CA5AD34}"/>
          </ac:cxnSpMkLst>
        </pc:cxnChg>
      </pc:sldChg>
      <pc:sldChg chg="addSp delSp modSp new mod modNotesTx">
        <pc:chgData name="Ormson, Angela" userId="102e6b55-4aa2-48f4-91be-6532f33a2b5c" providerId="ADAL" clId="{B49AFE80-8188-43B1-A52B-8F6CCE1B2F4A}" dt="2026-08-17T03:46:54.855" v="18436" actId="20577"/>
        <pc:sldMkLst>
          <pc:docMk/>
          <pc:sldMk cId="2955080215" sldId="266"/>
        </pc:sldMkLst>
        <pc:spChg chg="del mod">
          <ac:chgData name="Ormson, Angela" userId="102e6b55-4aa2-48f4-91be-6532f33a2b5c" providerId="ADAL" clId="{B49AFE80-8188-43B1-A52B-8F6CCE1B2F4A}" dt="2026-08-16T20:10:54.424" v="4672" actId="478"/>
          <ac:spMkLst>
            <pc:docMk/>
            <pc:sldMk cId="2955080215" sldId="266"/>
            <ac:spMk id="2" creationId="{E03B0F69-DF4C-04A7-A8D5-897082576ECC}"/>
          </ac:spMkLst>
        </pc:spChg>
        <pc:spChg chg="mod">
          <ac:chgData name="Ormson, Angela" userId="102e6b55-4aa2-48f4-91be-6532f33a2b5c" providerId="ADAL" clId="{B49AFE80-8188-43B1-A52B-8F6CCE1B2F4A}" dt="2026-08-16T22:33:58.825" v="7620" actId="1076"/>
          <ac:spMkLst>
            <pc:docMk/>
            <pc:sldMk cId="2955080215" sldId="266"/>
            <ac:spMk id="3" creationId="{B5192FFB-3D0A-E6B3-46EC-0F9A9F146ADA}"/>
          </ac:spMkLst>
        </pc:spChg>
        <pc:spChg chg="add del">
          <ac:chgData name="Ormson, Angela" userId="102e6b55-4aa2-48f4-91be-6532f33a2b5c" providerId="ADAL" clId="{B49AFE80-8188-43B1-A52B-8F6CCE1B2F4A}" dt="2026-08-16T20:05:11.885" v="4516" actId="478"/>
          <ac:spMkLst>
            <pc:docMk/>
            <pc:sldMk cId="2955080215" sldId="266"/>
            <ac:spMk id="5" creationId="{DE060944-3C25-E75E-B64E-7B2ABDECAC41}"/>
          </ac:spMkLst>
        </pc:spChg>
        <pc:spChg chg="add mod ord">
          <ac:chgData name="Ormson, Angela" userId="102e6b55-4aa2-48f4-91be-6532f33a2b5c" providerId="ADAL" clId="{B49AFE80-8188-43B1-A52B-8F6CCE1B2F4A}" dt="2026-08-16T22:33:54.073" v="7619" actId="14100"/>
          <ac:spMkLst>
            <pc:docMk/>
            <pc:sldMk cId="2955080215" sldId="266"/>
            <ac:spMk id="7" creationId="{FEA19259-8907-46F4-2B44-C1018B559C6F}"/>
          </ac:spMkLst>
        </pc:spChg>
        <pc:spChg chg="add del">
          <ac:chgData name="Ormson, Angela" userId="102e6b55-4aa2-48f4-91be-6532f33a2b5c" providerId="ADAL" clId="{B49AFE80-8188-43B1-A52B-8F6CCE1B2F4A}" dt="2026-08-16T20:51:09.844" v="5899" actId="11529"/>
          <ac:spMkLst>
            <pc:docMk/>
            <pc:sldMk cId="2955080215" sldId="266"/>
            <ac:spMk id="8" creationId="{8A19AB85-F3D1-F049-980C-9E24F19900E8}"/>
          </ac:spMkLst>
        </pc:spChg>
        <pc:spChg chg="add del mod">
          <ac:chgData name="Ormson, Angela" userId="102e6b55-4aa2-48f4-91be-6532f33a2b5c" providerId="ADAL" clId="{B49AFE80-8188-43B1-A52B-8F6CCE1B2F4A}" dt="2026-08-16T22:02:03.351" v="6444" actId="478"/>
          <ac:spMkLst>
            <pc:docMk/>
            <pc:sldMk cId="2955080215" sldId="266"/>
            <ac:spMk id="9" creationId="{297D432B-2E82-6751-6165-0E3BCB062DEC}"/>
          </ac:spMkLst>
        </pc:spChg>
        <pc:spChg chg="add del mod">
          <ac:chgData name="Ormson, Angela" userId="102e6b55-4aa2-48f4-91be-6532f33a2b5c" providerId="ADAL" clId="{B49AFE80-8188-43B1-A52B-8F6CCE1B2F4A}" dt="2026-08-16T22:01:27.784" v="6435" actId="478"/>
          <ac:spMkLst>
            <pc:docMk/>
            <pc:sldMk cId="2955080215" sldId="266"/>
            <ac:spMk id="11" creationId="{4625A603-57C8-9DAB-A4E3-1A8A62C1A479}"/>
          </ac:spMkLst>
        </pc:spChg>
        <pc:spChg chg="add del mod">
          <ac:chgData name="Ormson, Angela" userId="102e6b55-4aa2-48f4-91be-6532f33a2b5c" providerId="ADAL" clId="{B49AFE80-8188-43B1-A52B-8F6CCE1B2F4A}" dt="2026-08-16T22:02:16.840" v="6448" actId="478"/>
          <ac:spMkLst>
            <pc:docMk/>
            <pc:sldMk cId="2955080215" sldId="266"/>
            <ac:spMk id="13" creationId="{5B4B0D53-B3F5-E0EC-99E4-FA937426E25D}"/>
          </ac:spMkLst>
        </pc:spChg>
        <pc:spChg chg="add del mod">
          <ac:chgData name="Ormson, Angela" userId="102e6b55-4aa2-48f4-91be-6532f33a2b5c" providerId="ADAL" clId="{B49AFE80-8188-43B1-A52B-8F6CCE1B2F4A}" dt="2026-08-16T22:01:14.664" v="6430" actId="478"/>
          <ac:spMkLst>
            <pc:docMk/>
            <pc:sldMk cId="2955080215" sldId="266"/>
            <ac:spMk id="15" creationId="{6796D8D1-B8F4-6E90-2DAB-159629C1074E}"/>
          </ac:spMkLst>
        </pc:spChg>
        <pc:spChg chg="add del mod">
          <ac:chgData name="Ormson, Angela" userId="102e6b55-4aa2-48f4-91be-6532f33a2b5c" providerId="ADAL" clId="{B49AFE80-8188-43B1-A52B-8F6CCE1B2F4A}" dt="2026-08-16T22:00:19.857" v="6419" actId="478"/>
          <ac:spMkLst>
            <pc:docMk/>
            <pc:sldMk cId="2955080215" sldId="266"/>
            <ac:spMk id="17" creationId="{F2A154C8-F812-0828-3E68-C29599A680DD}"/>
          </ac:spMkLst>
        </pc:spChg>
        <pc:spChg chg="add del mod">
          <ac:chgData name="Ormson, Angela" userId="102e6b55-4aa2-48f4-91be-6532f33a2b5c" providerId="ADAL" clId="{B49AFE80-8188-43B1-A52B-8F6CCE1B2F4A}" dt="2026-08-16T22:00:57.420" v="6426" actId="478"/>
          <ac:spMkLst>
            <pc:docMk/>
            <pc:sldMk cId="2955080215" sldId="266"/>
            <ac:spMk id="19" creationId="{50E378E9-3FD8-E4C3-5196-93F61554DF0C}"/>
          </ac:spMkLst>
        </pc:spChg>
        <pc:spChg chg="add mod">
          <ac:chgData name="Ormson, Angela" userId="102e6b55-4aa2-48f4-91be-6532f33a2b5c" providerId="ADAL" clId="{B49AFE80-8188-43B1-A52B-8F6CCE1B2F4A}" dt="2026-08-17T00:38:46.126" v="10815" actId="1076"/>
          <ac:spMkLst>
            <pc:docMk/>
            <pc:sldMk cId="2955080215" sldId="266"/>
            <ac:spMk id="20" creationId="{84549A7B-7B58-17D1-7F3F-C62196EFAC82}"/>
          </ac:spMkLst>
        </pc:spChg>
        <pc:spChg chg="add del">
          <ac:chgData name="Ormson, Angela" userId="102e6b55-4aa2-48f4-91be-6532f33a2b5c" providerId="ADAL" clId="{B49AFE80-8188-43B1-A52B-8F6CCE1B2F4A}" dt="2026-08-16T20:55:10.268" v="5927" actId="11529"/>
          <ac:spMkLst>
            <pc:docMk/>
            <pc:sldMk cId="2955080215" sldId="266"/>
            <ac:spMk id="21" creationId="{9D0FC9A5-75AD-FA4F-E3CB-FA13A1B3294E}"/>
          </ac:spMkLst>
        </pc:spChg>
        <pc:spChg chg="add del">
          <ac:chgData name="Ormson, Angela" userId="102e6b55-4aa2-48f4-91be-6532f33a2b5c" providerId="ADAL" clId="{B49AFE80-8188-43B1-A52B-8F6CCE1B2F4A}" dt="2026-08-16T20:55:24.261" v="5929" actId="11529"/>
          <ac:spMkLst>
            <pc:docMk/>
            <pc:sldMk cId="2955080215" sldId="266"/>
            <ac:spMk id="22" creationId="{51FEC3F8-8059-02B9-0FEC-12142A146175}"/>
          </ac:spMkLst>
        </pc:spChg>
        <pc:spChg chg="add del mod">
          <ac:chgData name="Ormson, Angela" userId="102e6b55-4aa2-48f4-91be-6532f33a2b5c" providerId="ADAL" clId="{B49AFE80-8188-43B1-A52B-8F6CCE1B2F4A}" dt="2026-08-16T20:58:08.418" v="5947" actId="478"/>
          <ac:spMkLst>
            <pc:docMk/>
            <pc:sldMk cId="2955080215" sldId="266"/>
            <ac:spMk id="23" creationId="{A0DCCC7E-4A85-2EAE-27DF-68FE6FFE2E98}"/>
          </ac:spMkLst>
        </pc:spChg>
        <pc:spChg chg="add del">
          <ac:chgData name="Ormson, Angela" userId="102e6b55-4aa2-48f4-91be-6532f33a2b5c" providerId="ADAL" clId="{B49AFE80-8188-43B1-A52B-8F6CCE1B2F4A}" dt="2026-08-16T20:57:44.153" v="5942" actId="478"/>
          <ac:spMkLst>
            <pc:docMk/>
            <pc:sldMk cId="2955080215" sldId="266"/>
            <ac:spMk id="24" creationId="{DA0A72CD-FB43-B61F-B6E7-4D577D287A11}"/>
          </ac:spMkLst>
        </pc:spChg>
        <pc:spChg chg="add mod">
          <ac:chgData name="Ormson, Angela" userId="102e6b55-4aa2-48f4-91be-6532f33a2b5c" providerId="ADAL" clId="{B49AFE80-8188-43B1-A52B-8F6CCE1B2F4A}" dt="2026-08-17T00:39:09.615" v="10820" actId="1076"/>
          <ac:spMkLst>
            <pc:docMk/>
            <pc:sldMk cId="2955080215" sldId="266"/>
            <ac:spMk id="25" creationId="{6BBAEAC3-F3DF-393E-8665-BA54702927A7}"/>
          </ac:spMkLst>
        </pc:spChg>
        <pc:spChg chg="add mod">
          <ac:chgData name="Ormson, Angela" userId="102e6b55-4aa2-48f4-91be-6532f33a2b5c" providerId="ADAL" clId="{B49AFE80-8188-43B1-A52B-8F6CCE1B2F4A}" dt="2026-08-17T00:39:19.343" v="10822" actId="1076"/>
          <ac:spMkLst>
            <pc:docMk/>
            <pc:sldMk cId="2955080215" sldId="266"/>
            <ac:spMk id="27" creationId="{ABCAA0B8-A2D1-1D69-AE1B-5387DF57775A}"/>
          </ac:spMkLst>
        </pc:spChg>
        <pc:spChg chg="add del mod">
          <ac:chgData name="Ormson, Angela" userId="102e6b55-4aa2-48f4-91be-6532f33a2b5c" providerId="ADAL" clId="{B49AFE80-8188-43B1-A52B-8F6CCE1B2F4A}" dt="2026-08-16T20:58:35.218" v="5951" actId="11529"/>
          <ac:spMkLst>
            <pc:docMk/>
            <pc:sldMk cId="2955080215" sldId="266"/>
            <ac:spMk id="28" creationId="{54E70638-B006-F8F1-AD83-00DB0E3EDA62}"/>
          </ac:spMkLst>
        </pc:spChg>
        <pc:spChg chg="add del mod">
          <ac:chgData name="Ormson, Angela" userId="102e6b55-4aa2-48f4-91be-6532f33a2b5c" providerId="ADAL" clId="{B49AFE80-8188-43B1-A52B-8F6CCE1B2F4A}" dt="2026-08-17T00:37:16.281" v="10796" actId="478"/>
          <ac:spMkLst>
            <pc:docMk/>
            <pc:sldMk cId="2955080215" sldId="266"/>
            <ac:spMk id="30" creationId="{F8F97C2C-7B30-66EC-A614-2A3CECCB4C58}"/>
          </ac:spMkLst>
        </pc:spChg>
        <pc:spChg chg="add del mod">
          <ac:chgData name="Ormson, Angela" userId="102e6b55-4aa2-48f4-91be-6532f33a2b5c" providerId="ADAL" clId="{B49AFE80-8188-43B1-A52B-8F6CCE1B2F4A}" dt="2026-08-17T00:37:16.849" v="10797" actId="478"/>
          <ac:spMkLst>
            <pc:docMk/>
            <pc:sldMk cId="2955080215" sldId="266"/>
            <ac:spMk id="32" creationId="{BF1D4649-44DD-7252-9CC8-5952160CF458}"/>
          </ac:spMkLst>
        </pc:spChg>
        <pc:spChg chg="add mod ord">
          <ac:chgData name="Ormson, Angela" userId="102e6b55-4aa2-48f4-91be-6532f33a2b5c" providerId="ADAL" clId="{B49AFE80-8188-43B1-A52B-8F6CCE1B2F4A}" dt="2026-08-17T00:40:38.160" v="10835" actId="1076"/>
          <ac:spMkLst>
            <pc:docMk/>
            <pc:sldMk cId="2955080215" sldId="266"/>
            <ac:spMk id="34" creationId="{C4B1C7C1-ED7F-14ED-2AC2-D5C87A2E5685}"/>
          </ac:spMkLst>
        </pc:spChg>
        <pc:spChg chg="add del mod">
          <ac:chgData name="Ormson, Angela" userId="102e6b55-4aa2-48f4-91be-6532f33a2b5c" providerId="ADAL" clId="{B49AFE80-8188-43B1-A52B-8F6CCE1B2F4A}" dt="2026-08-17T00:37:14.886" v="10795" actId="478"/>
          <ac:spMkLst>
            <pc:docMk/>
            <pc:sldMk cId="2955080215" sldId="266"/>
            <ac:spMk id="36" creationId="{C2F308BC-9ED3-BEFF-C4B5-DC51F713E315}"/>
          </ac:spMkLst>
        </pc:spChg>
        <pc:spChg chg="add del mod">
          <ac:chgData name="Ormson, Angela" userId="102e6b55-4aa2-48f4-91be-6532f33a2b5c" providerId="ADAL" clId="{B49AFE80-8188-43B1-A52B-8F6CCE1B2F4A}" dt="2026-08-16T21:33:01.218" v="6201"/>
          <ac:spMkLst>
            <pc:docMk/>
            <pc:sldMk cId="2955080215" sldId="266"/>
            <ac:spMk id="37" creationId="{2FE37C6E-2A72-FAB4-C6C8-66B143B91F43}"/>
          </ac:spMkLst>
        </pc:spChg>
        <pc:spChg chg="add mod">
          <ac:chgData name="Ormson, Angela" userId="102e6b55-4aa2-48f4-91be-6532f33a2b5c" providerId="ADAL" clId="{B49AFE80-8188-43B1-A52B-8F6CCE1B2F4A}" dt="2026-08-17T00:35:33.157" v="10778" actId="1076"/>
          <ac:spMkLst>
            <pc:docMk/>
            <pc:sldMk cId="2955080215" sldId="266"/>
            <ac:spMk id="38" creationId="{B60C7B3F-3B86-BFC2-F34D-B9258BF15AEA}"/>
          </ac:spMkLst>
        </pc:spChg>
        <pc:spChg chg="add del">
          <ac:chgData name="Ormson, Angela" userId="102e6b55-4aa2-48f4-91be-6532f33a2b5c" providerId="ADAL" clId="{B49AFE80-8188-43B1-A52B-8F6CCE1B2F4A}" dt="2026-08-16T21:59:09.782" v="6417" actId="478"/>
          <ac:spMkLst>
            <pc:docMk/>
            <pc:sldMk cId="2955080215" sldId="266"/>
            <ac:spMk id="39" creationId="{CDCAC12C-A43F-3D14-5816-D8374E6C2EFF}"/>
          </ac:spMkLst>
        </pc:spChg>
        <pc:spChg chg="add mod ord">
          <ac:chgData name="Ormson, Angela" userId="102e6b55-4aa2-48f4-91be-6532f33a2b5c" providerId="ADAL" clId="{B49AFE80-8188-43B1-A52B-8F6CCE1B2F4A}" dt="2026-08-17T02:41:53.158" v="15959" actId="14100"/>
          <ac:spMkLst>
            <pc:docMk/>
            <pc:sldMk cId="2955080215" sldId="266"/>
            <ac:spMk id="40" creationId="{32801AE0-AC9C-7B8A-C19D-942E5F61E1B0}"/>
          </ac:spMkLst>
        </pc:spChg>
        <pc:spChg chg="add mod">
          <ac:chgData name="Ormson, Angela" userId="102e6b55-4aa2-48f4-91be-6532f33a2b5c" providerId="ADAL" clId="{B49AFE80-8188-43B1-A52B-8F6CCE1B2F4A}" dt="2026-08-17T02:43:31.083" v="15976" actId="1076"/>
          <ac:spMkLst>
            <pc:docMk/>
            <pc:sldMk cId="2955080215" sldId="266"/>
            <ac:spMk id="42" creationId="{6CC6C7BC-6B39-DF06-E6EE-3D585E0474A5}"/>
          </ac:spMkLst>
        </pc:spChg>
        <pc:spChg chg="add mod ord">
          <ac:chgData name="Ormson, Angela" userId="102e6b55-4aa2-48f4-91be-6532f33a2b5c" providerId="ADAL" clId="{B49AFE80-8188-43B1-A52B-8F6CCE1B2F4A}" dt="2026-08-17T02:42:18.460" v="15964" actId="14100"/>
          <ac:spMkLst>
            <pc:docMk/>
            <pc:sldMk cId="2955080215" sldId="266"/>
            <ac:spMk id="44" creationId="{0C09FB0D-DD65-D315-2707-DFF5A582DD9F}"/>
          </ac:spMkLst>
        </pc:spChg>
        <pc:spChg chg="add mod ord">
          <ac:chgData name="Ormson, Angela" userId="102e6b55-4aa2-48f4-91be-6532f33a2b5c" providerId="ADAL" clId="{B49AFE80-8188-43B1-A52B-8F6CCE1B2F4A}" dt="2026-08-17T02:42:22.519" v="15965" actId="14100"/>
          <ac:spMkLst>
            <pc:docMk/>
            <pc:sldMk cId="2955080215" sldId="266"/>
            <ac:spMk id="46" creationId="{C34C7CCB-AEFB-3EF4-D8F1-30E5053E5A0C}"/>
          </ac:spMkLst>
        </pc:spChg>
        <pc:spChg chg="add mod ord">
          <ac:chgData name="Ormson, Angela" userId="102e6b55-4aa2-48f4-91be-6532f33a2b5c" providerId="ADAL" clId="{B49AFE80-8188-43B1-A52B-8F6CCE1B2F4A}" dt="2026-08-17T02:42:07.913" v="15962" actId="14100"/>
          <ac:spMkLst>
            <pc:docMk/>
            <pc:sldMk cId="2955080215" sldId="266"/>
            <ac:spMk id="48" creationId="{7FEE4C0F-39FB-D1F5-35E6-1EE46E31FC01}"/>
          </ac:spMkLst>
        </pc:spChg>
        <pc:spChg chg="add mod ord">
          <ac:chgData name="Ormson, Angela" userId="102e6b55-4aa2-48f4-91be-6532f33a2b5c" providerId="ADAL" clId="{B49AFE80-8188-43B1-A52B-8F6CCE1B2F4A}" dt="2026-08-17T02:42:02.628" v="15961" actId="14100"/>
          <ac:spMkLst>
            <pc:docMk/>
            <pc:sldMk cId="2955080215" sldId="266"/>
            <ac:spMk id="50" creationId="{698E72D6-67F3-4900-5B93-BED431696EDC}"/>
          </ac:spMkLst>
        </pc:spChg>
        <pc:spChg chg="add mod ord">
          <ac:chgData name="Ormson, Angela" userId="102e6b55-4aa2-48f4-91be-6532f33a2b5c" providerId="ADAL" clId="{B49AFE80-8188-43B1-A52B-8F6CCE1B2F4A}" dt="2026-08-17T02:41:56.649" v="15960" actId="14100"/>
          <ac:spMkLst>
            <pc:docMk/>
            <pc:sldMk cId="2955080215" sldId="266"/>
            <ac:spMk id="52" creationId="{76572246-9A12-ABC2-5E6A-AB1E0242DF72}"/>
          </ac:spMkLst>
        </pc:spChg>
        <pc:spChg chg="add del">
          <ac:chgData name="Ormson, Angela" userId="102e6b55-4aa2-48f4-91be-6532f33a2b5c" providerId="ADAL" clId="{B49AFE80-8188-43B1-A52B-8F6CCE1B2F4A}" dt="2026-08-16T22:07:05.878" v="6459" actId="22"/>
          <ac:spMkLst>
            <pc:docMk/>
            <pc:sldMk cId="2955080215" sldId="266"/>
            <ac:spMk id="54" creationId="{67DB36C5-802D-4F13-998E-4F8B50E0D687}"/>
          </ac:spMkLst>
        </pc:spChg>
        <pc:spChg chg="add mod">
          <ac:chgData name="Ormson, Angela" userId="102e6b55-4aa2-48f4-91be-6532f33a2b5c" providerId="ADAL" clId="{B49AFE80-8188-43B1-A52B-8F6CCE1B2F4A}" dt="2026-08-17T02:43:39.690" v="15977" actId="1076"/>
          <ac:spMkLst>
            <pc:docMk/>
            <pc:sldMk cId="2955080215" sldId="266"/>
            <ac:spMk id="56" creationId="{016B4DA5-42E1-F469-455E-B0FEB47607D4}"/>
          </ac:spMkLst>
        </pc:spChg>
        <pc:spChg chg="add mod">
          <ac:chgData name="Ormson, Angela" userId="102e6b55-4aa2-48f4-91be-6532f33a2b5c" providerId="ADAL" clId="{B49AFE80-8188-43B1-A52B-8F6CCE1B2F4A}" dt="2026-08-17T02:43:03.068" v="15970" actId="1076"/>
          <ac:spMkLst>
            <pc:docMk/>
            <pc:sldMk cId="2955080215" sldId="266"/>
            <ac:spMk id="58" creationId="{A6B99D31-428D-AE77-2ABD-F3B8EAC5A0F9}"/>
          </ac:spMkLst>
        </pc:spChg>
        <pc:spChg chg="add mod">
          <ac:chgData name="Ormson, Angela" userId="102e6b55-4aa2-48f4-91be-6532f33a2b5c" providerId="ADAL" clId="{B49AFE80-8188-43B1-A52B-8F6CCE1B2F4A}" dt="2026-08-17T03:46:54.855" v="18436" actId="20577"/>
          <ac:spMkLst>
            <pc:docMk/>
            <pc:sldMk cId="2955080215" sldId="266"/>
            <ac:spMk id="60" creationId="{2A0C3462-B403-B1AC-6B41-B0F6F86E4FFB}"/>
          </ac:spMkLst>
        </pc:spChg>
        <pc:spChg chg="add mod">
          <ac:chgData name="Ormson, Angela" userId="102e6b55-4aa2-48f4-91be-6532f33a2b5c" providerId="ADAL" clId="{B49AFE80-8188-43B1-A52B-8F6CCE1B2F4A}" dt="2026-08-17T02:42:46.166" v="15967" actId="1076"/>
          <ac:spMkLst>
            <pc:docMk/>
            <pc:sldMk cId="2955080215" sldId="266"/>
            <ac:spMk id="62" creationId="{332E7897-EDE0-B128-1C72-BD123CE9E0DD}"/>
          </ac:spMkLst>
        </pc:spChg>
        <pc:spChg chg="add mod">
          <ac:chgData name="Ormson, Angela" userId="102e6b55-4aa2-48f4-91be-6532f33a2b5c" providerId="ADAL" clId="{B49AFE80-8188-43B1-A52B-8F6CCE1B2F4A}" dt="2026-08-17T02:43:17.032" v="15972" actId="1076"/>
          <ac:spMkLst>
            <pc:docMk/>
            <pc:sldMk cId="2955080215" sldId="266"/>
            <ac:spMk id="63" creationId="{7F26BA37-A088-D4D0-E0D3-399D221588B2}"/>
          </ac:spMkLst>
        </pc:spChg>
        <pc:spChg chg="add mod">
          <ac:chgData name="Ormson, Angela" userId="102e6b55-4aa2-48f4-91be-6532f33a2b5c" providerId="ADAL" clId="{B49AFE80-8188-43B1-A52B-8F6CCE1B2F4A}" dt="2026-08-17T02:43:25.069" v="15974" actId="1076"/>
          <ac:spMkLst>
            <pc:docMk/>
            <pc:sldMk cId="2955080215" sldId="266"/>
            <ac:spMk id="65" creationId="{98FF7F05-D659-08EB-4FB7-D5EB25D877AB}"/>
          </ac:spMkLst>
        </pc:spChg>
        <pc:spChg chg="add mod">
          <ac:chgData name="Ormson, Angela" userId="102e6b55-4aa2-48f4-91be-6532f33a2b5c" providerId="ADAL" clId="{B49AFE80-8188-43B1-A52B-8F6CCE1B2F4A}" dt="2026-08-17T02:42:30.017" v="15966" actId="1076"/>
          <ac:spMkLst>
            <pc:docMk/>
            <pc:sldMk cId="2955080215" sldId="266"/>
            <ac:spMk id="67" creationId="{522E1756-55D1-993D-6471-D4976F345F09}"/>
          </ac:spMkLst>
        </pc:spChg>
        <pc:spChg chg="add mod">
          <ac:chgData name="Ormson, Angela" userId="102e6b55-4aa2-48f4-91be-6532f33a2b5c" providerId="ADAL" clId="{B49AFE80-8188-43B1-A52B-8F6CCE1B2F4A}" dt="2026-08-17T02:38:59.350" v="15917" actId="1076"/>
          <ac:spMkLst>
            <pc:docMk/>
            <pc:sldMk cId="2955080215" sldId="266"/>
            <ac:spMk id="69" creationId="{B2B9AC8E-C51E-266A-BA2D-44DEC63B3416}"/>
          </ac:spMkLst>
        </pc:spChg>
        <pc:spChg chg="add mod">
          <ac:chgData name="Ormson, Angela" userId="102e6b55-4aa2-48f4-91be-6532f33a2b5c" providerId="ADAL" clId="{B49AFE80-8188-43B1-A52B-8F6CCE1B2F4A}" dt="2026-08-17T02:39:32.554" v="15922" actId="1076"/>
          <ac:spMkLst>
            <pc:docMk/>
            <pc:sldMk cId="2955080215" sldId="266"/>
            <ac:spMk id="71" creationId="{2BA89224-415A-1D4F-56EE-EC3F449392E3}"/>
          </ac:spMkLst>
        </pc:spChg>
        <pc:spChg chg="add mod">
          <ac:chgData name="Ormson, Angela" userId="102e6b55-4aa2-48f4-91be-6532f33a2b5c" providerId="ADAL" clId="{B49AFE80-8188-43B1-A52B-8F6CCE1B2F4A}" dt="2026-08-17T02:43:07.456" v="15971" actId="1076"/>
          <ac:spMkLst>
            <pc:docMk/>
            <pc:sldMk cId="2955080215" sldId="266"/>
            <ac:spMk id="73" creationId="{88C5EAB5-AE2E-26DB-4382-1DA099464D1A}"/>
          </ac:spMkLst>
        </pc:spChg>
        <pc:spChg chg="add del mod">
          <ac:chgData name="Ormson, Angela" userId="102e6b55-4aa2-48f4-91be-6532f33a2b5c" providerId="ADAL" clId="{B49AFE80-8188-43B1-A52B-8F6CCE1B2F4A}" dt="2026-08-17T00:38:47.581" v="10816" actId="478"/>
          <ac:spMkLst>
            <pc:docMk/>
            <pc:sldMk cId="2955080215" sldId="266"/>
            <ac:spMk id="74" creationId="{97AFEB4E-3D64-E021-153D-D2CE5DCC19C7}"/>
          </ac:spMkLst>
        </pc:spChg>
        <pc:spChg chg="add mod">
          <ac:chgData name="Ormson, Angela" userId="102e6b55-4aa2-48f4-91be-6532f33a2b5c" providerId="ADAL" clId="{B49AFE80-8188-43B1-A52B-8F6CCE1B2F4A}" dt="2026-08-17T00:40:30.082" v="10834" actId="1076"/>
          <ac:spMkLst>
            <pc:docMk/>
            <pc:sldMk cId="2955080215" sldId="266"/>
            <ac:spMk id="76" creationId="{831E7FD1-3141-6CD2-6679-DFF0F068A43A}"/>
          </ac:spMkLst>
        </pc:spChg>
        <pc:spChg chg="add mod">
          <ac:chgData name="Ormson, Angela" userId="102e6b55-4aa2-48f4-91be-6532f33a2b5c" providerId="ADAL" clId="{B49AFE80-8188-43B1-A52B-8F6CCE1B2F4A}" dt="2026-08-17T00:40:19.191" v="10832" actId="1076"/>
          <ac:spMkLst>
            <pc:docMk/>
            <pc:sldMk cId="2955080215" sldId="266"/>
            <ac:spMk id="78" creationId="{C6305173-585D-F228-8E39-D86D7EE329CB}"/>
          </ac:spMkLst>
        </pc:spChg>
        <pc:spChg chg="add mod">
          <ac:chgData name="Ormson, Angela" userId="102e6b55-4aa2-48f4-91be-6532f33a2b5c" providerId="ADAL" clId="{B49AFE80-8188-43B1-A52B-8F6CCE1B2F4A}" dt="2026-08-17T00:40:25.398" v="10833" actId="1076"/>
          <ac:spMkLst>
            <pc:docMk/>
            <pc:sldMk cId="2955080215" sldId="266"/>
            <ac:spMk id="80" creationId="{D35A8CB2-D49A-08E7-3DAA-0A0D1FB0D8C4}"/>
          </ac:spMkLst>
        </pc:spChg>
        <pc:spChg chg="add mod">
          <ac:chgData name="Ormson, Angela" userId="102e6b55-4aa2-48f4-91be-6532f33a2b5c" providerId="ADAL" clId="{B49AFE80-8188-43B1-A52B-8F6CCE1B2F4A}" dt="2026-08-17T03:31:50.885" v="18032" actId="1076"/>
          <ac:spMkLst>
            <pc:docMk/>
            <pc:sldMk cId="2955080215" sldId="266"/>
            <ac:spMk id="81" creationId="{A8CC15F4-C3A7-34E1-50F3-0EA2C0F7B397}"/>
          </ac:spMkLst>
        </pc:spChg>
        <pc:cxnChg chg="add mod">
          <ac:chgData name="Ormson, Angela" userId="102e6b55-4aa2-48f4-91be-6532f33a2b5c" providerId="ADAL" clId="{B49AFE80-8188-43B1-A52B-8F6CCE1B2F4A}" dt="2026-08-17T02:43:22.487" v="15973" actId="1076"/>
          <ac:cxnSpMkLst>
            <pc:docMk/>
            <pc:sldMk cId="2955080215" sldId="266"/>
            <ac:cxnSpMk id="82" creationId="{2EC0A2D2-723D-69B9-6D4A-1A42EE901136}"/>
          </ac:cxnSpMkLst>
        </pc:cxnChg>
        <pc:cxnChg chg="add mod">
          <ac:chgData name="Ormson, Angela" userId="102e6b55-4aa2-48f4-91be-6532f33a2b5c" providerId="ADAL" clId="{B49AFE80-8188-43B1-A52B-8F6CCE1B2F4A}" dt="2026-08-17T02:43:27.952" v="15975" actId="1076"/>
          <ac:cxnSpMkLst>
            <pc:docMk/>
            <pc:sldMk cId="2955080215" sldId="266"/>
            <ac:cxnSpMk id="83" creationId="{20AF97AE-B5BB-207B-291B-24F16B81FE97}"/>
          </ac:cxnSpMkLst>
        </pc:cxnChg>
        <pc:cxnChg chg="add mod">
          <ac:chgData name="Ormson, Angela" userId="102e6b55-4aa2-48f4-91be-6532f33a2b5c" providerId="ADAL" clId="{B49AFE80-8188-43B1-A52B-8F6CCE1B2F4A}" dt="2026-08-17T02:38:37.809" v="15912" actId="1076"/>
          <ac:cxnSpMkLst>
            <pc:docMk/>
            <pc:sldMk cId="2955080215" sldId="266"/>
            <ac:cxnSpMk id="84" creationId="{B5231861-0CC3-0821-6229-0B9681BC75E8}"/>
          </ac:cxnSpMkLst>
        </pc:cxnChg>
        <pc:cxnChg chg="add mod">
          <ac:chgData name="Ormson, Angela" userId="102e6b55-4aa2-48f4-91be-6532f33a2b5c" providerId="ADAL" clId="{B49AFE80-8188-43B1-A52B-8F6CCE1B2F4A}" dt="2026-08-17T02:38:42.889" v="15914" actId="1076"/>
          <ac:cxnSpMkLst>
            <pc:docMk/>
            <pc:sldMk cId="2955080215" sldId="266"/>
            <ac:cxnSpMk id="85" creationId="{A4E449A6-0874-89F4-F178-3D6DF3D2A2ED}"/>
          </ac:cxnSpMkLst>
        </pc:cxnChg>
        <pc:cxnChg chg="add mod">
          <ac:chgData name="Ormson, Angela" userId="102e6b55-4aa2-48f4-91be-6532f33a2b5c" providerId="ADAL" clId="{B49AFE80-8188-43B1-A52B-8F6CCE1B2F4A}" dt="2026-08-17T02:42:51.074" v="15968" actId="1076"/>
          <ac:cxnSpMkLst>
            <pc:docMk/>
            <pc:sldMk cId="2955080215" sldId="266"/>
            <ac:cxnSpMk id="86" creationId="{F89C08EE-CC13-B31D-3274-5370DAE8A79A}"/>
          </ac:cxnSpMkLst>
        </pc:cxnChg>
        <pc:cxnChg chg="add mod">
          <ac:chgData name="Ormson, Angela" userId="102e6b55-4aa2-48f4-91be-6532f33a2b5c" providerId="ADAL" clId="{B49AFE80-8188-43B1-A52B-8F6CCE1B2F4A}" dt="2026-08-17T02:39:29.664" v="15921" actId="1076"/>
          <ac:cxnSpMkLst>
            <pc:docMk/>
            <pc:sldMk cId="2955080215" sldId="266"/>
            <ac:cxnSpMk id="87" creationId="{D1FE1934-CFE9-B0BC-F808-06CFE2ACAC12}"/>
          </ac:cxnSpMkLst>
        </pc:cxnChg>
      </pc:sldChg>
      <pc:sldChg chg="new del setBg">
        <pc:chgData name="Ormson, Angela" userId="102e6b55-4aa2-48f4-91be-6532f33a2b5c" providerId="ADAL" clId="{B49AFE80-8188-43B1-A52B-8F6CCE1B2F4A}" dt="2026-08-17T03:42:47.593" v="18426" actId="2696"/>
        <pc:sldMkLst>
          <pc:docMk/>
          <pc:sldMk cId="3352489216" sldId="267"/>
        </pc:sldMkLst>
      </pc:sldChg>
      <pc:sldMasterChg chg="setBg modSldLayout">
        <pc:chgData name="Ormson, Angela" userId="102e6b55-4aa2-48f4-91be-6532f33a2b5c" providerId="ADAL" clId="{B49AFE80-8188-43B1-A52B-8F6CCE1B2F4A}" dt="2026-08-17T03:42:34.513" v="18425"/>
        <pc:sldMasterMkLst>
          <pc:docMk/>
          <pc:sldMasterMk cId="667195289" sldId="2147483690"/>
        </pc:sldMasterMkLst>
        <pc:sldLayoutChg chg="setBg">
          <pc:chgData name="Ormson, Angela" userId="102e6b55-4aa2-48f4-91be-6532f33a2b5c" providerId="ADAL" clId="{B49AFE80-8188-43B1-A52B-8F6CCE1B2F4A}" dt="2026-08-17T03:42:34.513" v="18425"/>
          <pc:sldLayoutMkLst>
            <pc:docMk/>
            <pc:sldMasterMk cId="667195289" sldId="2147483690"/>
            <pc:sldLayoutMk cId="2342129601" sldId="2147483691"/>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4037694272" sldId="2147483692"/>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1258181053" sldId="2147483693"/>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1672867681" sldId="2147483694"/>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3407722489" sldId="2147483695"/>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1434742521" sldId="2147483696"/>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2490749591" sldId="2147483697"/>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3887572612" sldId="2147483698"/>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3353698705" sldId="2147483699"/>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2785172907" sldId="2147483700"/>
          </pc:sldLayoutMkLst>
        </pc:sldLayoutChg>
        <pc:sldLayoutChg chg="setBg">
          <pc:chgData name="Ormson, Angela" userId="102e6b55-4aa2-48f4-91be-6532f33a2b5c" providerId="ADAL" clId="{B49AFE80-8188-43B1-A52B-8F6CCE1B2F4A}" dt="2026-08-17T03:42:34.513" v="18425"/>
          <pc:sldLayoutMkLst>
            <pc:docMk/>
            <pc:sldMasterMk cId="667195289" sldId="2147483690"/>
            <pc:sldLayoutMk cId="2121975322" sldId="214748370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1A488-53CF-4901-962C-29151D1BBBD3}"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B71CA-BC78-4F21-BEAB-6D93EC88E2B0}" type="slidenum">
              <a:rPr lang="en-US" smtClean="0"/>
              <a:t>‹#›</a:t>
            </a:fld>
            <a:endParaRPr lang="en-US"/>
          </a:p>
        </p:txBody>
      </p:sp>
    </p:spTree>
    <p:extLst>
      <p:ext uri="{BB962C8B-B14F-4D97-AF65-F5344CB8AC3E}">
        <p14:creationId xmlns:p14="http://schemas.microsoft.com/office/powerpoint/2010/main" val="3996934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Final Checks:</a:t>
            </a:r>
          </a:p>
          <a:p>
            <a:r>
              <a:rPr lang="en-US" dirty="0"/>
              <a:t>-background still good or is it a bit gaudy? Maybe too dark?</a:t>
            </a:r>
          </a:p>
          <a:p>
            <a:r>
              <a:rPr lang="en-US" dirty="0"/>
              <a:t>-verify text format consistency; allow slight leniency for shaped text boxes</a:t>
            </a:r>
          </a:p>
          <a:p>
            <a:r>
              <a:rPr lang="en-US" dirty="0"/>
              <a:t>-all resources used? Correctly?</a:t>
            </a:r>
          </a:p>
          <a:p>
            <a:r>
              <a:rPr lang="en-US" dirty="0"/>
              <a:t>-verify color </a:t>
            </a:r>
            <a:r>
              <a:rPr lang="en-US" dirty="0" err="1"/>
              <a:t>pallete</a:t>
            </a:r>
            <a:r>
              <a:rPr lang="en-US" dirty="0"/>
              <a:t> one last time (Words white? Change background?)</a:t>
            </a:r>
          </a:p>
        </p:txBody>
      </p:sp>
      <p:sp>
        <p:nvSpPr>
          <p:cNvPr id="4" name="Slide Number Placeholder 3"/>
          <p:cNvSpPr>
            <a:spLocks noGrp="1"/>
          </p:cNvSpPr>
          <p:nvPr>
            <p:ph type="sldNum" sz="quarter" idx="5"/>
          </p:nvPr>
        </p:nvSpPr>
        <p:spPr/>
        <p:txBody>
          <a:bodyPr/>
          <a:lstStyle/>
          <a:p>
            <a:fld id="{AD3B71CA-BC78-4F21-BEAB-6D93EC88E2B0}" type="slidenum">
              <a:rPr lang="en-US" smtClean="0"/>
              <a:t>1</a:t>
            </a:fld>
            <a:endParaRPr lang="en-US"/>
          </a:p>
        </p:txBody>
      </p:sp>
    </p:spTree>
    <p:extLst>
      <p:ext uri="{BB962C8B-B14F-4D97-AF65-F5344CB8AC3E}">
        <p14:creationId xmlns:p14="http://schemas.microsoft.com/office/powerpoint/2010/main" val="1739202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What is Scrum-Agile?</a:t>
            </a:r>
          </a:p>
          <a:p>
            <a:r>
              <a:rPr lang="en-US" dirty="0"/>
              <a:t>Give leadership a framework first: iterative/incremental development, customer value, inspection, adaptation, transparency (establishes vocabulary for PP)</a:t>
            </a:r>
          </a:p>
        </p:txBody>
      </p:sp>
      <p:sp>
        <p:nvSpPr>
          <p:cNvPr id="4" name="Slide Number Placeholder 3"/>
          <p:cNvSpPr>
            <a:spLocks noGrp="1"/>
          </p:cNvSpPr>
          <p:nvPr>
            <p:ph type="sldNum" sz="quarter" idx="5"/>
          </p:nvPr>
        </p:nvSpPr>
        <p:spPr/>
        <p:txBody>
          <a:bodyPr/>
          <a:lstStyle/>
          <a:p>
            <a:fld id="{AD3B71CA-BC78-4F21-BEAB-6D93EC88E2B0}" type="slidenum">
              <a:rPr lang="en-US" smtClean="0"/>
              <a:t>2</a:t>
            </a:fld>
            <a:endParaRPr lang="en-US"/>
          </a:p>
        </p:txBody>
      </p:sp>
    </p:spTree>
    <p:extLst>
      <p:ext uri="{BB962C8B-B14F-4D97-AF65-F5344CB8AC3E}">
        <p14:creationId xmlns:p14="http://schemas.microsoft.com/office/powerpoint/2010/main" val="2296501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Scrum Team Roles</a:t>
            </a:r>
          </a:p>
          <a:p>
            <a:r>
              <a:rPr lang="en-US" dirty="0"/>
              <a:t>Product Owner, Scrum Master, Developers, and testing responsibilities with why matter and how they work together</a:t>
            </a:r>
          </a:p>
        </p:txBody>
      </p:sp>
      <p:sp>
        <p:nvSpPr>
          <p:cNvPr id="4" name="Slide Number Placeholder 3"/>
          <p:cNvSpPr>
            <a:spLocks noGrp="1"/>
          </p:cNvSpPr>
          <p:nvPr>
            <p:ph type="sldNum" sz="quarter" idx="5"/>
          </p:nvPr>
        </p:nvSpPr>
        <p:spPr/>
        <p:txBody>
          <a:bodyPr/>
          <a:lstStyle/>
          <a:p>
            <a:fld id="{AD3B71CA-BC78-4F21-BEAB-6D93EC88E2B0}" type="slidenum">
              <a:rPr lang="en-US" smtClean="0"/>
              <a:t>3</a:t>
            </a:fld>
            <a:endParaRPr lang="en-US"/>
          </a:p>
        </p:txBody>
      </p:sp>
    </p:spTree>
    <p:extLst>
      <p:ext uri="{BB962C8B-B14F-4D97-AF65-F5344CB8AC3E}">
        <p14:creationId xmlns:p14="http://schemas.microsoft.com/office/powerpoint/2010/main" val="3176395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SDLC Phases in an Agile Env.</a:t>
            </a:r>
          </a:p>
          <a:p>
            <a:r>
              <a:rPr lang="en-US" dirty="0"/>
              <a:t>Planning/Requirements -&gt; analysis -&gt; design -&gt; development -&gt; testing -&gt; deployment/maintenance</a:t>
            </a:r>
          </a:p>
          <a:p>
            <a:r>
              <a:rPr lang="en-US" dirty="0"/>
              <a:t>(Potential visual concept: recur iteratively rather than occurring once in a rigid sequence)</a:t>
            </a:r>
          </a:p>
        </p:txBody>
      </p:sp>
      <p:sp>
        <p:nvSpPr>
          <p:cNvPr id="4" name="Slide Number Placeholder 3"/>
          <p:cNvSpPr>
            <a:spLocks noGrp="1"/>
          </p:cNvSpPr>
          <p:nvPr>
            <p:ph type="sldNum" sz="quarter" idx="5"/>
          </p:nvPr>
        </p:nvSpPr>
        <p:spPr/>
        <p:txBody>
          <a:bodyPr/>
          <a:lstStyle/>
          <a:p>
            <a:fld id="{AD3B71CA-BC78-4F21-BEAB-6D93EC88E2B0}" type="slidenum">
              <a:rPr lang="en-US" smtClean="0"/>
              <a:t>4</a:t>
            </a:fld>
            <a:endParaRPr lang="en-US"/>
          </a:p>
        </p:txBody>
      </p:sp>
    </p:spTree>
    <p:extLst>
      <p:ext uri="{BB962C8B-B14F-4D97-AF65-F5344CB8AC3E}">
        <p14:creationId xmlns:p14="http://schemas.microsoft.com/office/powerpoint/2010/main" val="2411461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Scrum Events Across the SDLC</a:t>
            </a:r>
          </a:p>
          <a:p>
            <a:r>
              <a:rPr lang="en-US" dirty="0"/>
              <a:t>Connect SDLC to Scrum framework</a:t>
            </a:r>
          </a:p>
          <a:p>
            <a:r>
              <a:rPr lang="en-US" dirty="0"/>
              <a:t>Sprint Planning -&gt; Sprint/Daily Scrum -&gt; Sprint Review -&gt; Sprint Retrospective w/ backlog refinement as needed</a:t>
            </a:r>
          </a:p>
        </p:txBody>
      </p:sp>
      <p:sp>
        <p:nvSpPr>
          <p:cNvPr id="4" name="Slide Number Placeholder 3"/>
          <p:cNvSpPr>
            <a:spLocks noGrp="1"/>
          </p:cNvSpPr>
          <p:nvPr>
            <p:ph type="sldNum" sz="quarter" idx="5"/>
          </p:nvPr>
        </p:nvSpPr>
        <p:spPr/>
        <p:txBody>
          <a:bodyPr/>
          <a:lstStyle/>
          <a:p>
            <a:fld id="{AD3B71CA-BC78-4F21-BEAB-6D93EC88E2B0}" type="slidenum">
              <a:rPr lang="en-US" smtClean="0"/>
              <a:t>5</a:t>
            </a:fld>
            <a:endParaRPr lang="en-US"/>
          </a:p>
        </p:txBody>
      </p:sp>
    </p:spTree>
    <p:extLst>
      <p:ext uri="{BB962C8B-B14F-4D97-AF65-F5344CB8AC3E}">
        <p14:creationId xmlns:p14="http://schemas.microsoft.com/office/powerpoint/2010/main" val="759801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Waterfall Development Model</a:t>
            </a:r>
          </a:p>
          <a:p>
            <a:r>
              <a:rPr lang="en-US" dirty="0"/>
              <a:t>Give waterfall a thorough explanation before comparing to Agile: sequence development, upfront req/planning, phase completion, documentation, testing later in the lifecycles, etc.</a:t>
            </a:r>
          </a:p>
        </p:txBody>
      </p:sp>
      <p:sp>
        <p:nvSpPr>
          <p:cNvPr id="4" name="Slide Number Placeholder 3"/>
          <p:cNvSpPr>
            <a:spLocks noGrp="1"/>
          </p:cNvSpPr>
          <p:nvPr>
            <p:ph type="sldNum" sz="quarter" idx="5"/>
          </p:nvPr>
        </p:nvSpPr>
        <p:spPr/>
        <p:txBody>
          <a:bodyPr/>
          <a:lstStyle/>
          <a:p>
            <a:fld id="{AD3B71CA-BC78-4F21-BEAB-6D93EC88E2B0}" type="slidenum">
              <a:rPr lang="en-US" smtClean="0"/>
              <a:t>6</a:t>
            </a:fld>
            <a:endParaRPr lang="en-US"/>
          </a:p>
        </p:txBody>
      </p:sp>
    </p:spTree>
    <p:extLst>
      <p:ext uri="{BB962C8B-B14F-4D97-AF65-F5344CB8AC3E}">
        <p14:creationId xmlns:p14="http://schemas.microsoft.com/office/powerpoint/2010/main" val="4282286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Waterfall VS. Scrum-Agile</a:t>
            </a:r>
          </a:p>
          <a:p>
            <a:r>
              <a:rPr lang="en-US" dirty="0"/>
              <a:t>Side by side comparison</a:t>
            </a:r>
          </a:p>
          <a:p>
            <a:r>
              <a:rPr lang="en-US" dirty="0" err="1"/>
              <a:t>Reqs</a:t>
            </a:r>
            <a:r>
              <a:rPr lang="en-US" dirty="0"/>
              <a:t>, change management, stakeholder involvement, testing, delivery, team organization, risk, and predictability (shows trade off at a glance)</a:t>
            </a:r>
          </a:p>
        </p:txBody>
      </p:sp>
      <p:sp>
        <p:nvSpPr>
          <p:cNvPr id="4" name="Slide Number Placeholder 3"/>
          <p:cNvSpPr>
            <a:spLocks noGrp="1"/>
          </p:cNvSpPr>
          <p:nvPr>
            <p:ph type="sldNum" sz="quarter" idx="5"/>
          </p:nvPr>
        </p:nvSpPr>
        <p:spPr/>
        <p:txBody>
          <a:bodyPr/>
          <a:lstStyle/>
          <a:p>
            <a:fld id="{AD3B71CA-BC78-4F21-BEAB-6D93EC88E2B0}" type="slidenum">
              <a:rPr lang="en-US" smtClean="0"/>
              <a:t>7</a:t>
            </a:fld>
            <a:endParaRPr lang="en-US"/>
          </a:p>
        </p:txBody>
      </p:sp>
    </p:spTree>
    <p:extLst>
      <p:ext uri="{BB962C8B-B14F-4D97-AF65-F5344CB8AC3E}">
        <p14:creationId xmlns:p14="http://schemas.microsoft.com/office/powerpoint/2010/main" val="2281770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SNHU Travel: Agile in Practice</a:t>
            </a:r>
          </a:p>
          <a:p>
            <a:r>
              <a:rPr lang="en-US" dirty="0"/>
              <a:t>Evidence slide</a:t>
            </a:r>
          </a:p>
          <a:p>
            <a:r>
              <a:rPr lang="en-US" dirty="0"/>
              <a:t>Possible example: mid-de change from </a:t>
            </a:r>
            <a:r>
              <a:rPr lang="en-US" dirty="0" err="1"/>
              <a:t>grneral</a:t>
            </a:r>
            <a:r>
              <a:rPr lang="en-US" dirty="0"/>
              <a:t> to detox/wellness (retained working slideshow functionality while changing content and coordinating revised requirements and testing</a:t>
            </a:r>
          </a:p>
          <a:p>
            <a:r>
              <a:rPr lang="en-US" dirty="0"/>
              <a:t>Brief contrast: What happened with Scrum vs. What likely would have happened under waterfall</a:t>
            </a:r>
          </a:p>
        </p:txBody>
      </p:sp>
      <p:sp>
        <p:nvSpPr>
          <p:cNvPr id="4" name="Slide Number Placeholder 3"/>
          <p:cNvSpPr>
            <a:spLocks noGrp="1"/>
          </p:cNvSpPr>
          <p:nvPr>
            <p:ph type="sldNum" sz="quarter" idx="5"/>
          </p:nvPr>
        </p:nvSpPr>
        <p:spPr/>
        <p:txBody>
          <a:bodyPr/>
          <a:lstStyle/>
          <a:p>
            <a:fld id="{AD3B71CA-BC78-4F21-BEAB-6D93EC88E2B0}" type="slidenum">
              <a:rPr lang="en-US" smtClean="0"/>
              <a:t>8</a:t>
            </a:fld>
            <a:endParaRPr lang="en-US"/>
          </a:p>
        </p:txBody>
      </p:sp>
    </p:spTree>
    <p:extLst>
      <p:ext uri="{BB962C8B-B14F-4D97-AF65-F5344CB8AC3E}">
        <p14:creationId xmlns:p14="http://schemas.microsoft.com/office/powerpoint/2010/main" val="630514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Lessons (Two columns)</a:t>
            </a:r>
          </a:p>
          <a:p>
            <a:r>
              <a:rPr lang="en-US" dirty="0"/>
              <a:t>Benefits observed: adaptability, early clarification, cross-role collaboration, transparency, incremental value, earlier testing/feedback</a:t>
            </a:r>
          </a:p>
          <a:p>
            <a:r>
              <a:rPr lang="en-US" dirty="0"/>
              <a:t>Challenges observed: communication overhead, requirement ambiguity still exists, scrum events consume time, requires active participation, greater individual/team accountability, cultural adjustment (already supported in retrospective)</a:t>
            </a:r>
          </a:p>
        </p:txBody>
      </p:sp>
      <p:sp>
        <p:nvSpPr>
          <p:cNvPr id="4" name="Slide Number Placeholder 3"/>
          <p:cNvSpPr>
            <a:spLocks noGrp="1"/>
          </p:cNvSpPr>
          <p:nvPr>
            <p:ph type="sldNum" sz="quarter" idx="5"/>
          </p:nvPr>
        </p:nvSpPr>
        <p:spPr/>
        <p:txBody>
          <a:bodyPr/>
          <a:lstStyle/>
          <a:p>
            <a:fld id="{AD3B71CA-BC78-4F21-BEAB-6D93EC88E2B0}" type="slidenum">
              <a:rPr lang="en-US" smtClean="0"/>
              <a:t>9</a:t>
            </a:fld>
            <a:endParaRPr lang="en-US"/>
          </a:p>
        </p:txBody>
      </p:sp>
    </p:spTree>
    <p:extLst>
      <p:ext uri="{BB962C8B-B14F-4D97-AF65-F5344CB8AC3E}">
        <p14:creationId xmlns:p14="http://schemas.microsoft.com/office/powerpoint/2010/main" val="3014923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Choosing Waterfall or Agile: Recommendation to ChadaTech (decision slide; show decisive factors)</a:t>
            </a:r>
          </a:p>
          <a:p>
            <a:r>
              <a:rPr lang="en-US" dirty="0"/>
              <a:t>Requirements stability | Change frequency | Stakeholder availability | Risk/uncertainty | Team collaboration | Incremental delivery | Regulatory/documentation needs | Organizational culture</a:t>
            </a:r>
          </a:p>
          <a:p>
            <a:r>
              <a:rPr lang="en-US" dirty="0"/>
              <a:t>Recommendation: continue expanding scrum-agile for projects with characteristics similar to SNHU Travel, while evaluating project needs individually and supporting the cultural transition required for Scrum. (AKA don’t confuse implementing Scrum mechanics with becoming an Agile org)</a:t>
            </a:r>
          </a:p>
        </p:txBody>
      </p:sp>
      <p:sp>
        <p:nvSpPr>
          <p:cNvPr id="4" name="Slide Number Placeholder 3"/>
          <p:cNvSpPr>
            <a:spLocks noGrp="1"/>
          </p:cNvSpPr>
          <p:nvPr>
            <p:ph type="sldNum" sz="quarter" idx="5"/>
          </p:nvPr>
        </p:nvSpPr>
        <p:spPr/>
        <p:txBody>
          <a:bodyPr/>
          <a:lstStyle/>
          <a:p>
            <a:fld id="{AD3B71CA-BC78-4F21-BEAB-6D93EC88E2B0}" type="slidenum">
              <a:rPr lang="en-US" smtClean="0"/>
              <a:t>10</a:t>
            </a:fld>
            <a:endParaRPr lang="en-US"/>
          </a:p>
        </p:txBody>
      </p:sp>
    </p:spTree>
    <p:extLst>
      <p:ext uri="{BB962C8B-B14F-4D97-AF65-F5344CB8AC3E}">
        <p14:creationId xmlns:p14="http://schemas.microsoft.com/office/powerpoint/2010/main" val="1806496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F4599-4CA0-EEFE-1056-52F6868C54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86A708-DAF9-45BD-8B49-1481870B4C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E741ED-2439-C875-8437-2C0E0FE0D529}"/>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5" name="Footer Placeholder 4">
            <a:extLst>
              <a:ext uri="{FF2B5EF4-FFF2-40B4-BE49-F238E27FC236}">
                <a16:creationId xmlns:a16="http://schemas.microsoft.com/office/drawing/2014/main" id="{A05D80F5-E138-C6EA-222B-3A71790D3E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61C4DE-856E-1744-5F77-575698DC6A39}"/>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234212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88390-8F82-6778-C29D-142FDCCAEC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4BC52F-BA59-A25C-23BB-A1CAC61BA1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DDCA42-7877-0300-1FFA-F1251C86F3E5}"/>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5" name="Footer Placeholder 4">
            <a:extLst>
              <a:ext uri="{FF2B5EF4-FFF2-40B4-BE49-F238E27FC236}">
                <a16:creationId xmlns:a16="http://schemas.microsoft.com/office/drawing/2014/main" id="{B6E96D84-1C38-F69A-F41A-D4CDD2AA9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3CC4F2-5273-3A97-2376-9E217C0DCD62}"/>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4037694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5039C-D937-8ACD-2B9D-37CB0BE5D5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31BEE5-A2C2-7ADB-4502-AF783D3374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7699F4-90D7-2BB4-BC80-5AE37C3450BA}"/>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5" name="Footer Placeholder 4">
            <a:extLst>
              <a:ext uri="{FF2B5EF4-FFF2-40B4-BE49-F238E27FC236}">
                <a16:creationId xmlns:a16="http://schemas.microsoft.com/office/drawing/2014/main" id="{56A8BC35-565E-E230-2E4B-ED1C5A290D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0C255D-1CF7-F727-099D-51C943A2AE9E}"/>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1258181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D1B35-C116-A1B9-F577-D8C6029BC7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7B5ACE-AB71-BA29-127A-78E86493A0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C455AA-B90D-E5AB-BB4E-BCB4DE2E99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489AEF-9E55-9F9F-049A-554A5FFCF2C6}"/>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6" name="Footer Placeholder 5">
            <a:extLst>
              <a:ext uri="{FF2B5EF4-FFF2-40B4-BE49-F238E27FC236}">
                <a16:creationId xmlns:a16="http://schemas.microsoft.com/office/drawing/2014/main" id="{404D9DA3-C8CE-4B17-F8D4-33E672F137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3F8DED-A998-5E54-2CE8-E10DAD536F6C}"/>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1672867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8FD3-982F-718A-78BF-C2ECCA6560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1494BF-13D1-50E9-8403-3BCA4AF7C1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F5D6EF-883A-0044-0644-64BBBF6F5C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7A158A-EC4F-55F2-CC13-8C5132A92B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A9049E-7660-C2A9-7F01-FC04210AA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D7DE52-E9CA-5338-8A4D-77FAA353D9A2}"/>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8" name="Footer Placeholder 7">
            <a:extLst>
              <a:ext uri="{FF2B5EF4-FFF2-40B4-BE49-F238E27FC236}">
                <a16:creationId xmlns:a16="http://schemas.microsoft.com/office/drawing/2014/main" id="{61740DFF-5D80-EF85-9833-7595411BFB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91E5DC-B009-A081-0575-581DD568E275}"/>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3407722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9028E-C5F6-840F-16F4-581D949946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A8897-4EB8-E469-8EE2-242C964C51C2}"/>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4" name="Footer Placeholder 3">
            <a:extLst>
              <a:ext uri="{FF2B5EF4-FFF2-40B4-BE49-F238E27FC236}">
                <a16:creationId xmlns:a16="http://schemas.microsoft.com/office/drawing/2014/main" id="{19B79107-BF06-946D-4528-01440FA709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CA62A9-B779-2827-D9B1-D724C2AF3ECD}"/>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1434742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BBCB30-773C-3E1E-BFF4-A3A86E728D3C}"/>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3" name="Footer Placeholder 2">
            <a:extLst>
              <a:ext uri="{FF2B5EF4-FFF2-40B4-BE49-F238E27FC236}">
                <a16:creationId xmlns:a16="http://schemas.microsoft.com/office/drawing/2014/main" id="{47A4D530-9106-7C8F-DC0F-6DA0BF35C2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831D9A-DBDB-8D3F-8A5E-66FF69F00AC7}"/>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2490749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C615D-FC80-3DDF-0E93-7D5AF8B67C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5B350A-89C0-6D94-BEB6-78E8EB367A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035AFC-1539-EB3D-42AA-105B2B2853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704336-D3A7-C31B-61E5-7E1E57709007}"/>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6" name="Footer Placeholder 5">
            <a:extLst>
              <a:ext uri="{FF2B5EF4-FFF2-40B4-BE49-F238E27FC236}">
                <a16:creationId xmlns:a16="http://schemas.microsoft.com/office/drawing/2014/main" id="{1ADE2E5B-B59E-27FF-FB7C-37D9224BFD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4F15DA-7020-2CD0-5915-392620A56415}"/>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3887572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AB8A1-F5A5-5636-4537-7F879369D9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FDD422-512F-6D42-6DF2-3D63A4054F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7E6CD18-014D-7A83-E2C3-00A519740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9112AE-F968-A8C3-9BCE-4BB129929673}"/>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6" name="Footer Placeholder 5">
            <a:extLst>
              <a:ext uri="{FF2B5EF4-FFF2-40B4-BE49-F238E27FC236}">
                <a16:creationId xmlns:a16="http://schemas.microsoft.com/office/drawing/2014/main" id="{067D9B4F-D46E-D150-3681-4B00F06FE4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1DAAC-9AA8-6983-E2BE-32164C86EF98}"/>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3353698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7C528-6E70-511E-79A5-B8AC8EBD65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18EB9C-908D-3A58-2A99-35D4245ED8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A933C2-0C3E-E042-AB2C-65B92EC2A716}"/>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5" name="Footer Placeholder 4">
            <a:extLst>
              <a:ext uri="{FF2B5EF4-FFF2-40B4-BE49-F238E27FC236}">
                <a16:creationId xmlns:a16="http://schemas.microsoft.com/office/drawing/2014/main" id="{F41ADDB8-D072-FC98-D356-FAAA3DE1B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A0007F-BAC9-AB04-AC79-ECE5FDCE78CB}"/>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2785172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DF5C30-86E3-3ABC-389F-D5BE09DF5C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470B21-2CB8-7194-2134-55931140D8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45422F-A564-4A21-4F96-A0A442059AEA}"/>
              </a:ext>
            </a:extLst>
          </p:cNvPr>
          <p:cNvSpPr>
            <a:spLocks noGrp="1"/>
          </p:cNvSpPr>
          <p:nvPr>
            <p:ph type="dt" sz="half" idx="10"/>
          </p:nvPr>
        </p:nvSpPr>
        <p:spPr/>
        <p:txBody>
          <a:bodyPr/>
          <a:lstStyle/>
          <a:p>
            <a:fld id="{F6B8F9F2-1EE5-4711-A039-A77CE2E6BC40}" type="datetimeFigureOut">
              <a:rPr lang="en-US" smtClean="0"/>
              <a:t>8/16/2026</a:t>
            </a:fld>
            <a:endParaRPr lang="en-US"/>
          </a:p>
        </p:txBody>
      </p:sp>
      <p:sp>
        <p:nvSpPr>
          <p:cNvPr id="5" name="Footer Placeholder 4">
            <a:extLst>
              <a:ext uri="{FF2B5EF4-FFF2-40B4-BE49-F238E27FC236}">
                <a16:creationId xmlns:a16="http://schemas.microsoft.com/office/drawing/2014/main" id="{1B3B09A6-21B7-21E4-A8C2-6CDC1E0C8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D4559-A408-65A6-D9D0-32296D472198}"/>
              </a:ext>
            </a:extLst>
          </p:cNvPr>
          <p:cNvSpPr>
            <a:spLocks noGrp="1"/>
          </p:cNvSpPr>
          <p:nvPr>
            <p:ph type="sldNum" sz="quarter" idx="12"/>
          </p:nvPr>
        </p:nvSpPr>
        <p:spPr/>
        <p:txBody>
          <a:bodyPr/>
          <a:lstStyle/>
          <a:p>
            <a:fld id="{9DCA39A7-4328-49EF-A8B8-C4D06EC3D754}" type="slidenum">
              <a:rPr lang="en-US" smtClean="0"/>
              <a:t>‹#›</a:t>
            </a:fld>
            <a:endParaRPr lang="en-US"/>
          </a:p>
        </p:txBody>
      </p:sp>
    </p:spTree>
    <p:extLst>
      <p:ext uri="{BB962C8B-B14F-4D97-AF65-F5344CB8AC3E}">
        <p14:creationId xmlns:p14="http://schemas.microsoft.com/office/powerpoint/2010/main" val="2121975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3000">
              <a:schemeClr val="accent4">
                <a:alpha val="88000"/>
                <a:lumMod val="69000"/>
              </a:schemeClr>
            </a:gs>
            <a:gs pos="78000">
              <a:schemeClr val="accent1">
                <a:lumMod val="60000"/>
                <a:alpha val="88000"/>
              </a:schemeClr>
            </a:gs>
            <a:gs pos="3000">
              <a:schemeClr val="accent5">
                <a:lumMod val="73000"/>
                <a:lumOff val="27000"/>
              </a:schemeClr>
            </a:gs>
            <a:gs pos="92000">
              <a:schemeClr val="accent5">
                <a:alpha val="88000"/>
                <a:lumMod val="44000"/>
              </a:schemeClr>
            </a:gs>
            <a:gs pos="48000">
              <a:schemeClr val="accent5">
                <a:alpha val="88000"/>
                <a:lumMod val="6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E17F6A-B460-8A2B-8325-25A945AEEB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CD821E-79FD-88B8-9131-471908D0E0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1DDE4-E388-B0E2-93C1-9F16AB7810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B8F9F2-1EE5-4711-A039-A77CE2E6BC40}" type="datetimeFigureOut">
              <a:rPr lang="en-US" smtClean="0"/>
              <a:t>8/16/2026</a:t>
            </a:fld>
            <a:endParaRPr lang="en-US"/>
          </a:p>
        </p:txBody>
      </p:sp>
      <p:sp>
        <p:nvSpPr>
          <p:cNvPr id="5" name="Footer Placeholder 4">
            <a:extLst>
              <a:ext uri="{FF2B5EF4-FFF2-40B4-BE49-F238E27FC236}">
                <a16:creationId xmlns:a16="http://schemas.microsoft.com/office/drawing/2014/main" id="{8E27343B-0301-872E-76E5-22EA9C1230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E30897-D536-5119-434B-8AECCEBFD7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CA39A7-4328-49EF-A8B8-C4D06EC3D754}" type="slidenum">
              <a:rPr lang="en-US" smtClean="0"/>
              <a:t>‹#›</a:t>
            </a:fld>
            <a:endParaRPr lang="en-US"/>
          </a:p>
        </p:txBody>
      </p:sp>
    </p:spTree>
    <p:extLst>
      <p:ext uri="{BB962C8B-B14F-4D97-AF65-F5344CB8AC3E}">
        <p14:creationId xmlns:p14="http://schemas.microsoft.com/office/powerpoint/2010/main" val="66719528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07/s13198-023-01958-5" TargetMode="External"/><Relationship Id="rId2" Type="http://schemas.openxmlformats.org/officeDocument/2006/relationships/hyperlink" Target="https://www.ibm.com/think/topics/agile-vs-waterfall" TargetMode="External"/><Relationship Id="rId1" Type="http://schemas.openxmlformats.org/officeDocument/2006/relationships/slideLayout" Target="../slideLayouts/slideLayout2.xml"/><Relationship Id="rId6" Type="http://schemas.openxmlformats.org/officeDocument/2006/relationships/hyperlink" Target="https://doi.org/10.1007/s00766-023-00411-0" TargetMode="External"/><Relationship Id="rId5" Type="http://schemas.openxmlformats.org/officeDocument/2006/relationships/hyperlink" Target="https://doi.org/10.5815/ijmecs.2022.03.02" TargetMode="External"/><Relationship Id="rId4" Type="http://schemas.openxmlformats.org/officeDocument/2006/relationships/hyperlink" Target="https://doi.org/10.1016/j.infsof.2024.10743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45FC1-6FD1-0757-08F4-8D91D3E1C43D}"/>
              </a:ext>
            </a:extLst>
          </p:cNvPr>
          <p:cNvSpPr>
            <a:spLocks noGrp="1"/>
          </p:cNvSpPr>
          <p:nvPr>
            <p:ph type="ctrTitle"/>
          </p:nvPr>
        </p:nvSpPr>
        <p:spPr>
          <a:xfrm>
            <a:off x="1524000" y="795571"/>
            <a:ext cx="9144000" cy="1920640"/>
          </a:xfrm>
        </p:spPr>
        <p:txBody>
          <a:bodyPr/>
          <a:lstStyle/>
          <a:p>
            <a:r>
              <a:rPr lang="en-US" b="1" dirty="0">
                <a:solidFill>
                  <a:schemeClr val="tx1"/>
                </a:solidFill>
                <a:latin typeface="Times New Roman" panose="02020603050405020304" pitchFamily="18" charset="0"/>
                <a:cs typeface="Times New Roman" panose="02020603050405020304" pitchFamily="18" charset="0"/>
              </a:rPr>
              <a:t>ChadaTech’s</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Scrum-Agile Transition</a:t>
            </a:r>
          </a:p>
        </p:txBody>
      </p:sp>
      <p:sp>
        <p:nvSpPr>
          <p:cNvPr id="3" name="Subtitle 2">
            <a:extLst>
              <a:ext uri="{FF2B5EF4-FFF2-40B4-BE49-F238E27FC236}">
                <a16:creationId xmlns:a16="http://schemas.microsoft.com/office/drawing/2014/main" id="{171D9C3B-BEEC-21C2-F254-E9039B8FE586}"/>
              </a:ext>
            </a:extLst>
          </p:cNvPr>
          <p:cNvSpPr>
            <a:spLocks noGrp="1"/>
          </p:cNvSpPr>
          <p:nvPr>
            <p:ph type="subTitle" idx="1"/>
          </p:nvPr>
        </p:nvSpPr>
        <p:spPr>
          <a:xfrm>
            <a:off x="999460" y="3429000"/>
            <a:ext cx="9668540" cy="2394418"/>
          </a:xfrm>
        </p:spPr>
        <p:txBody>
          <a:bodyPr>
            <a:normAutofit fontScale="92500"/>
          </a:bodyPr>
          <a:lstStyle/>
          <a:p>
            <a:r>
              <a:rPr lang="en-US" sz="2800" b="1" dirty="0">
                <a:latin typeface="+mj-lt"/>
                <a:cs typeface="Times New Roman" panose="02020603050405020304" pitchFamily="18" charset="0"/>
              </a:rPr>
              <a:t>SNHU Travel Pilot: Sprint Lessons and Methodology Evaluation</a:t>
            </a:r>
            <a:endParaRPr lang="en-US" b="1" dirty="0">
              <a:latin typeface="+mj-lt"/>
              <a:cs typeface="Times New Roman" panose="02020603050405020304" pitchFamily="18" charset="0"/>
            </a:endParaRPr>
          </a:p>
          <a:p>
            <a:endParaRPr lang="en-US" dirty="0">
              <a:latin typeface="+mj-lt"/>
              <a:cs typeface="Times New Roman" panose="02020603050405020304" pitchFamily="18" charset="0"/>
            </a:endParaRPr>
          </a:p>
          <a:p>
            <a:r>
              <a:rPr lang="en-US" b="1" dirty="0">
                <a:latin typeface="+mj-lt"/>
                <a:cs typeface="Times New Roman" panose="02020603050405020304" pitchFamily="18" charset="0"/>
              </a:rPr>
              <a:t>Angela Ormson</a:t>
            </a:r>
          </a:p>
          <a:p>
            <a:r>
              <a:rPr lang="en-US" b="1" dirty="0">
                <a:latin typeface="+mj-lt"/>
                <a:cs typeface="Times New Roman" panose="02020603050405020304" pitchFamily="18" charset="0"/>
              </a:rPr>
              <a:t>CS 250 – Professor Kurian</a:t>
            </a:r>
          </a:p>
          <a:p>
            <a:r>
              <a:rPr lang="en-US" b="1" dirty="0">
                <a:latin typeface="+mj-lt"/>
                <a:cs typeface="Times New Roman" panose="02020603050405020304" pitchFamily="18" charset="0"/>
              </a:rPr>
              <a:t>August 15, 2026</a:t>
            </a:r>
          </a:p>
        </p:txBody>
      </p:sp>
      <p:cxnSp>
        <p:nvCxnSpPr>
          <p:cNvPr id="5" name="Straight Connector 4">
            <a:extLst>
              <a:ext uri="{FF2B5EF4-FFF2-40B4-BE49-F238E27FC236}">
                <a16:creationId xmlns:a16="http://schemas.microsoft.com/office/drawing/2014/main" id="{99AC0695-E649-8C36-410C-EBA327FE2FA1}"/>
              </a:ext>
            </a:extLst>
          </p:cNvPr>
          <p:cNvCxnSpPr/>
          <p:nvPr/>
        </p:nvCxnSpPr>
        <p:spPr>
          <a:xfrm>
            <a:off x="2034363" y="3038122"/>
            <a:ext cx="8123274" cy="0"/>
          </a:xfrm>
          <a:prstGeom prst="line">
            <a:avLst/>
          </a:prstGeom>
          <a:ln>
            <a:solidFill>
              <a:schemeClr val="tx1"/>
            </a:solidFill>
            <a:prstDash val="sysDot"/>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4B9C07F1-1442-2602-7E67-9E8847C8E18D}"/>
              </a:ext>
            </a:extLst>
          </p:cNvPr>
          <p:cNvCxnSpPr/>
          <p:nvPr/>
        </p:nvCxnSpPr>
        <p:spPr>
          <a:xfrm>
            <a:off x="2034363" y="4269814"/>
            <a:ext cx="8123274" cy="0"/>
          </a:xfrm>
          <a:prstGeom prst="line">
            <a:avLst/>
          </a:prstGeom>
          <a:ln>
            <a:solidFill>
              <a:schemeClr val="tx1"/>
            </a:solidFill>
            <a:prstDash val="sysDot"/>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09501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940F0D3-7F51-02FB-9ED2-C081BDBE9078}"/>
              </a:ext>
            </a:extLst>
          </p:cNvPr>
          <p:cNvSpPr/>
          <p:nvPr/>
        </p:nvSpPr>
        <p:spPr>
          <a:xfrm>
            <a:off x="4237219" y="2131100"/>
            <a:ext cx="3477718" cy="3121702"/>
          </a:xfrm>
          <a:prstGeom prst="ellipse">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latin typeface="+mj-lt"/>
              </a:rPr>
              <a:t>Scrum-Agile</a:t>
            </a:r>
          </a:p>
        </p:txBody>
      </p:sp>
      <p:sp>
        <p:nvSpPr>
          <p:cNvPr id="8" name="Rectangle: Rounded Corners 7">
            <a:extLst>
              <a:ext uri="{FF2B5EF4-FFF2-40B4-BE49-F238E27FC236}">
                <a16:creationId xmlns:a16="http://schemas.microsoft.com/office/drawing/2014/main" id="{DD962F68-F4DC-47CF-CC1C-11418ED1B9C9}"/>
              </a:ext>
            </a:extLst>
          </p:cNvPr>
          <p:cNvSpPr/>
          <p:nvPr/>
        </p:nvSpPr>
        <p:spPr>
          <a:xfrm>
            <a:off x="4077322" y="1130974"/>
            <a:ext cx="3797507" cy="884420"/>
          </a:xfrm>
          <a:prstGeom prst="roundRect">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lumOff val="5000"/>
                  </a:schemeClr>
                </a:solidFill>
              </a:rPr>
              <a:t>Adaptability:</a:t>
            </a:r>
          </a:p>
          <a:p>
            <a:pPr algn="ctr"/>
            <a:r>
              <a:rPr lang="en-US" sz="1600" dirty="0">
                <a:solidFill>
                  <a:schemeClr val="bg1">
                    <a:lumMod val="95000"/>
                    <a:lumOff val="5000"/>
                  </a:schemeClr>
                </a:solidFill>
              </a:rPr>
              <a:t>Respond to changing requirements</a:t>
            </a:r>
          </a:p>
        </p:txBody>
      </p:sp>
      <p:sp>
        <p:nvSpPr>
          <p:cNvPr id="16" name="Rectangle: Rounded Corners 15">
            <a:extLst>
              <a:ext uri="{FF2B5EF4-FFF2-40B4-BE49-F238E27FC236}">
                <a16:creationId xmlns:a16="http://schemas.microsoft.com/office/drawing/2014/main" id="{677FE537-82BF-7E8D-7F65-E9705FF1EFFC}"/>
              </a:ext>
            </a:extLst>
          </p:cNvPr>
          <p:cNvSpPr/>
          <p:nvPr/>
        </p:nvSpPr>
        <p:spPr>
          <a:xfrm>
            <a:off x="631979" y="5217007"/>
            <a:ext cx="10754408" cy="1531575"/>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77EBE688-2FA8-FDAB-DC79-A98B2B2549F1}"/>
              </a:ext>
            </a:extLst>
          </p:cNvPr>
          <p:cNvSpPr/>
          <p:nvPr/>
        </p:nvSpPr>
        <p:spPr>
          <a:xfrm>
            <a:off x="494676" y="2504429"/>
            <a:ext cx="3582650" cy="884420"/>
          </a:xfrm>
          <a:prstGeom prst="roundRect">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lumOff val="5000"/>
                  </a:schemeClr>
                </a:solidFill>
              </a:rPr>
              <a:t>Incremental Development:</a:t>
            </a:r>
          </a:p>
          <a:p>
            <a:pPr algn="ctr"/>
            <a:r>
              <a:rPr lang="en-US" sz="1600" dirty="0">
                <a:solidFill>
                  <a:schemeClr val="bg1">
                    <a:lumMod val="95000"/>
                    <a:lumOff val="5000"/>
                  </a:schemeClr>
                </a:solidFill>
              </a:rPr>
              <a:t>Build in smaller, usable increments</a:t>
            </a:r>
          </a:p>
        </p:txBody>
      </p:sp>
      <p:sp>
        <p:nvSpPr>
          <p:cNvPr id="11" name="Rectangle: Rounded Corners 10">
            <a:extLst>
              <a:ext uri="{FF2B5EF4-FFF2-40B4-BE49-F238E27FC236}">
                <a16:creationId xmlns:a16="http://schemas.microsoft.com/office/drawing/2014/main" id="{E6D7CE2D-909D-2D45-2743-594202893D97}"/>
              </a:ext>
            </a:extLst>
          </p:cNvPr>
          <p:cNvSpPr/>
          <p:nvPr/>
        </p:nvSpPr>
        <p:spPr>
          <a:xfrm>
            <a:off x="7874829" y="2492985"/>
            <a:ext cx="3969895" cy="884420"/>
          </a:xfrm>
          <a:prstGeom prst="roundRect">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lumOff val="5000"/>
                  </a:schemeClr>
                </a:solidFill>
              </a:rPr>
              <a:t>Continuous Feedback:</a:t>
            </a:r>
          </a:p>
          <a:p>
            <a:pPr algn="ctr"/>
            <a:r>
              <a:rPr lang="en-US" sz="1600" dirty="0">
                <a:solidFill>
                  <a:schemeClr val="bg1">
                    <a:lumMod val="95000"/>
                    <a:lumOff val="5000"/>
                  </a:schemeClr>
                </a:solidFill>
              </a:rPr>
              <a:t>Inspect results and adjust regularly</a:t>
            </a:r>
          </a:p>
        </p:txBody>
      </p:sp>
      <p:sp>
        <p:nvSpPr>
          <p:cNvPr id="13" name="Rectangle: Rounded Corners 12">
            <a:extLst>
              <a:ext uri="{FF2B5EF4-FFF2-40B4-BE49-F238E27FC236}">
                <a16:creationId xmlns:a16="http://schemas.microsoft.com/office/drawing/2014/main" id="{059077C9-3109-4712-96DF-F54A2AC93B56}"/>
              </a:ext>
            </a:extLst>
          </p:cNvPr>
          <p:cNvSpPr/>
          <p:nvPr/>
        </p:nvSpPr>
        <p:spPr>
          <a:xfrm>
            <a:off x="565769" y="4101987"/>
            <a:ext cx="3582650" cy="884420"/>
          </a:xfrm>
          <a:prstGeom prst="roundRect">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lumOff val="5000"/>
                  </a:schemeClr>
                </a:solidFill>
              </a:rPr>
              <a:t>Collaboration:</a:t>
            </a:r>
          </a:p>
          <a:p>
            <a:pPr algn="ctr"/>
            <a:r>
              <a:rPr lang="en-US" sz="1600" dirty="0">
                <a:solidFill>
                  <a:schemeClr val="bg1">
                    <a:lumMod val="95000"/>
                    <a:lumOff val="5000"/>
                  </a:schemeClr>
                </a:solidFill>
              </a:rPr>
              <a:t>Share knowledge and responsibility</a:t>
            </a:r>
          </a:p>
        </p:txBody>
      </p:sp>
      <p:sp>
        <p:nvSpPr>
          <p:cNvPr id="15" name="Rectangle: Rounded Corners 14">
            <a:extLst>
              <a:ext uri="{FF2B5EF4-FFF2-40B4-BE49-F238E27FC236}">
                <a16:creationId xmlns:a16="http://schemas.microsoft.com/office/drawing/2014/main" id="{2D3E5BD9-9358-74A1-11E1-A497646ECD5F}"/>
              </a:ext>
            </a:extLst>
          </p:cNvPr>
          <p:cNvSpPr/>
          <p:nvPr/>
        </p:nvSpPr>
        <p:spPr>
          <a:xfrm>
            <a:off x="7874830" y="4155266"/>
            <a:ext cx="3969895" cy="884420"/>
          </a:xfrm>
          <a:prstGeom prst="roundRect">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lumOff val="5000"/>
                  </a:schemeClr>
                </a:solidFill>
              </a:rPr>
              <a:t>Value-Focused Delivery:</a:t>
            </a:r>
            <a:endParaRPr lang="en-US" dirty="0">
              <a:solidFill>
                <a:schemeClr val="bg1">
                  <a:lumMod val="95000"/>
                  <a:lumOff val="5000"/>
                </a:schemeClr>
              </a:solidFill>
            </a:endParaRPr>
          </a:p>
          <a:p>
            <a:pPr algn="ctr"/>
            <a:r>
              <a:rPr lang="en-US" sz="1600" dirty="0">
                <a:solidFill>
                  <a:schemeClr val="bg1">
                    <a:lumMod val="95000"/>
                    <a:lumOff val="5000"/>
                  </a:schemeClr>
                </a:solidFill>
              </a:rPr>
              <a:t>Prioritize work that benefits the customer</a:t>
            </a:r>
          </a:p>
        </p:txBody>
      </p:sp>
      <p:sp>
        <p:nvSpPr>
          <p:cNvPr id="3" name="Content Placeholder 2">
            <a:extLst>
              <a:ext uri="{FF2B5EF4-FFF2-40B4-BE49-F238E27FC236}">
                <a16:creationId xmlns:a16="http://schemas.microsoft.com/office/drawing/2014/main" id="{2AAFC10E-2BFC-7A6C-3105-21436B8303CD}"/>
              </a:ext>
            </a:extLst>
          </p:cNvPr>
          <p:cNvSpPr>
            <a:spLocks noGrp="1"/>
          </p:cNvSpPr>
          <p:nvPr>
            <p:ph idx="1"/>
          </p:nvPr>
        </p:nvSpPr>
        <p:spPr>
          <a:xfrm>
            <a:off x="173638" y="5710989"/>
            <a:ext cx="11671090" cy="773624"/>
          </a:xfrm>
        </p:spPr>
        <p:txBody>
          <a:bodyPr>
            <a:noAutofit/>
          </a:bodyPr>
          <a:lstStyle/>
          <a:p>
            <a:pPr marL="0" indent="0" algn="ctr">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Agility means recognizing and responding to both expected and unexpected change in a timely manner.</a:t>
            </a:r>
            <a:br>
              <a:rPr lang="en-US" sz="1800" dirty="0">
                <a:solidFill>
                  <a:schemeClr val="bg1">
                    <a:lumMod val="95000"/>
                    <a:lumOff val="5000"/>
                  </a:schemeClr>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(Ozkan &amp; Gök, 2022)</a:t>
            </a:r>
          </a:p>
        </p:txBody>
      </p:sp>
      <p:sp>
        <p:nvSpPr>
          <p:cNvPr id="17" name="TextBox 16">
            <a:extLst>
              <a:ext uri="{FF2B5EF4-FFF2-40B4-BE49-F238E27FC236}">
                <a16:creationId xmlns:a16="http://schemas.microsoft.com/office/drawing/2014/main" id="{D7B5D903-EAAB-8A65-7D73-D6B2B7402D88}"/>
              </a:ext>
            </a:extLst>
          </p:cNvPr>
          <p:cNvSpPr txBox="1"/>
          <p:nvPr/>
        </p:nvSpPr>
        <p:spPr>
          <a:xfrm>
            <a:off x="2880871" y="139033"/>
            <a:ext cx="6190408" cy="830997"/>
          </a:xfrm>
          <a:prstGeom prst="rect">
            <a:avLst/>
          </a:prstGeom>
          <a:noFill/>
        </p:spPr>
        <p:txBody>
          <a:bodyPr wrap="square" rtlCol="0">
            <a:spAutoFit/>
          </a:bodyPr>
          <a:lstStyle/>
          <a:p>
            <a:r>
              <a:rPr lang="en-US" sz="4800" b="1" dirty="0">
                <a:latin typeface="+mj-lt"/>
              </a:rPr>
              <a:t>What is Scrum-Agile?</a:t>
            </a:r>
          </a:p>
        </p:txBody>
      </p:sp>
    </p:spTree>
    <p:extLst>
      <p:ext uri="{BB962C8B-B14F-4D97-AF65-F5344CB8AC3E}">
        <p14:creationId xmlns:p14="http://schemas.microsoft.com/office/powerpoint/2010/main" val="997523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BB9CE010-1733-C42D-507C-F6745BE326A7}"/>
              </a:ext>
            </a:extLst>
          </p:cNvPr>
          <p:cNvSpPr/>
          <p:nvPr/>
        </p:nvSpPr>
        <p:spPr>
          <a:xfrm>
            <a:off x="330777" y="5331113"/>
            <a:ext cx="11697521" cy="1376515"/>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5F6142-5C3D-FE94-789D-A73CD216BBD0}"/>
              </a:ext>
            </a:extLst>
          </p:cNvPr>
          <p:cNvSpPr>
            <a:spLocks noGrp="1"/>
          </p:cNvSpPr>
          <p:nvPr>
            <p:ph idx="1"/>
          </p:nvPr>
        </p:nvSpPr>
        <p:spPr>
          <a:xfrm>
            <a:off x="749786" y="5594647"/>
            <a:ext cx="10859503" cy="927676"/>
          </a:xfrm>
        </p:spPr>
        <p:txBody>
          <a:bodyPr>
            <a:noAutofit/>
          </a:bodyPr>
          <a:lstStyle/>
          <a:p>
            <a:pPr marL="0" indent="0">
              <a:buNone/>
            </a:pPr>
            <a:r>
              <a:rPr lang="en-US" sz="1800" dirty="0">
                <a:solidFill>
                  <a:schemeClr val="bg1">
                    <a:lumMod val="95000"/>
                    <a:lumOff val="5000"/>
                  </a:schemeClr>
                </a:solidFill>
                <a:latin typeface="+mj-lt"/>
              </a:rPr>
              <a:t>Scrum depends on collaboration rather than isolated roles: value, development, quality, and facilitation continually influence one another.</a:t>
            </a:r>
          </a:p>
          <a:p>
            <a:pPr marL="0" indent="0" algn="r">
              <a:buNone/>
            </a:pPr>
            <a:r>
              <a:rPr lang="en-US" sz="1800" dirty="0">
                <a:solidFill>
                  <a:schemeClr val="bg1">
                    <a:lumMod val="95000"/>
                    <a:lumOff val="5000"/>
                  </a:schemeClr>
                </a:solidFill>
                <a:latin typeface="+mj-lt"/>
              </a:rPr>
              <a:t>(</a:t>
            </a:r>
            <a:r>
              <a:rPr lang="en-US" sz="1800" dirty="0">
                <a:solidFill>
                  <a:schemeClr val="bg1"/>
                </a:solidFill>
                <a:latin typeface="+mj-lt"/>
                <a:cs typeface="Times New Roman" panose="02020603050405020304" pitchFamily="18" charset="0"/>
              </a:rPr>
              <a:t>Kavlakoglu, 2024; Natarajan &amp; Pichai, 2024</a:t>
            </a:r>
            <a:r>
              <a:rPr lang="en-US" sz="1800" dirty="0">
                <a:solidFill>
                  <a:schemeClr val="bg1">
                    <a:lumMod val="95000"/>
                    <a:lumOff val="5000"/>
                  </a:schemeClr>
                </a:solidFill>
                <a:latin typeface="+mj-lt"/>
              </a:rPr>
              <a:t>)</a:t>
            </a:r>
          </a:p>
        </p:txBody>
      </p:sp>
      <p:sp>
        <p:nvSpPr>
          <p:cNvPr id="8" name="Rectangle: Rounded Corners 7">
            <a:extLst>
              <a:ext uri="{FF2B5EF4-FFF2-40B4-BE49-F238E27FC236}">
                <a16:creationId xmlns:a16="http://schemas.microsoft.com/office/drawing/2014/main" id="{4A98FED4-98E6-8531-D219-423B8D0A0667}"/>
              </a:ext>
            </a:extLst>
          </p:cNvPr>
          <p:cNvSpPr/>
          <p:nvPr/>
        </p:nvSpPr>
        <p:spPr>
          <a:xfrm>
            <a:off x="133350" y="1136321"/>
            <a:ext cx="2876550" cy="38241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lumMod val="95000"/>
                    <a:lumOff val="5000"/>
                  </a:schemeClr>
                </a:solidFill>
                <a:latin typeface="+mj-lt"/>
              </a:rPr>
              <a:t>Focus: Product Value</a:t>
            </a:r>
          </a:p>
          <a:p>
            <a:pPr marL="285750" indent="-285750">
              <a:buFont typeface="Arial" panose="020B0604020202020204" pitchFamily="34" charset="0"/>
              <a:buChar char="•"/>
            </a:pPr>
            <a:r>
              <a:rPr lang="en-US" dirty="0">
                <a:solidFill>
                  <a:schemeClr val="bg1">
                    <a:lumMod val="95000"/>
                    <a:lumOff val="5000"/>
                  </a:schemeClr>
                </a:solidFill>
                <a:latin typeface="+mj-lt"/>
              </a:rPr>
              <a:t>Represents stakeholder and customer needs</a:t>
            </a:r>
          </a:p>
          <a:p>
            <a:pPr marL="285750" indent="-285750">
              <a:buFont typeface="Arial" panose="020B0604020202020204" pitchFamily="34" charset="0"/>
              <a:buChar char="•"/>
            </a:pPr>
            <a:r>
              <a:rPr lang="en-US" dirty="0">
                <a:solidFill>
                  <a:schemeClr val="bg1">
                    <a:lumMod val="95000"/>
                    <a:lumOff val="5000"/>
                  </a:schemeClr>
                </a:solidFill>
                <a:latin typeface="+mj-lt"/>
              </a:rPr>
              <a:t>Prioritizes and manages the Product Backlog</a:t>
            </a:r>
          </a:p>
          <a:p>
            <a:pPr marL="285750" indent="-285750">
              <a:buFont typeface="Arial" panose="020B0604020202020204" pitchFamily="34" charset="0"/>
              <a:buChar char="•"/>
            </a:pPr>
            <a:r>
              <a:rPr lang="en-US" dirty="0">
                <a:solidFill>
                  <a:schemeClr val="bg1">
                    <a:lumMod val="95000"/>
                    <a:lumOff val="5000"/>
                  </a:schemeClr>
                </a:solidFill>
                <a:latin typeface="+mj-lt"/>
              </a:rPr>
              <a:t>Clarifies what provides the greatest value</a:t>
            </a:r>
          </a:p>
        </p:txBody>
      </p:sp>
      <p:sp>
        <p:nvSpPr>
          <p:cNvPr id="11" name="Rectangle: Rounded Corners 10">
            <a:extLst>
              <a:ext uri="{FF2B5EF4-FFF2-40B4-BE49-F238E27FC236}">
                <a16:creationId xmlns:a16="http://schemas.microsoft.com/office/drawing/2014/main" id="{7B24AFF4-8071-5AE8-E09C-D0B3094D7CCB}"/>
              </a:ext>
            </a:extLst>
          </p:cNvPr>
          <p:cNvSpPr/>
          <p:nvPr/>
        </p:nvSpPr>
        <p:spPr>
          <a:xfrm>
            <a:off x="9141813" y="1506917"/>
            <a:ext cx="2876550" cy="38241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bg1">
                  <a:lumMod val="95000"/>
                  <a:lumOff val="5000"/>
                </a:schemeClr>
              </a:solidFill>
              <a:latin typeface="+mj-lt"/>
            </a:endParaRPr>
          </a:p>
          <a:p>
            <a:endParaRPr lang="en-US" dirty="0">
              <a:solidFill>
                <a:schemeClr val="bg1">
                  <a:lumMod val="95000"/>
                  <a:lumOff val="5000"/>
                </a:schemeClr>
              </a:solidFill>
              <a:latin typeface="+mj-lt"/>
            </a:endParaRPr>
          </a:p>
          <a:p>
            <a:r>
              <a:rPr lang="en-US" dirty="0">
                <a:solidFill>
                  <a:schemeClr val="bg1">
                    <a:lumMod val="95000"/>
                    <a:lumOff val="5000"/>
                  </a:schemeClr>
                </a:solidFill>
                <a:latin typeface="+mj-lt"/>
              </a:rPr>
              <a:t>Focus: Product Quality</a:t>
            </a:r>
          </a:p>
          <a:p>
            <a:pPr marL="285750" indent="-285750">
              <a:buFont typeface="Arial" panose="020B0604020202020204" pitchFamily="34" charset="0"/>
              <a:buChar char="•"/>
            </a:pPr>
            <a:r>
              <a:rPr lang="en-US" dirty="0">
                <a:solidFill>
                  <a:schemeClr val="bg1">
                    <a:lumMod val="95000"/>
                    <a:lumOff val="5000"/>
                  </a:schemeClr>
                </a:solidFill>
                <a:latin typeface="+mj-lt"/>
              </a:rPr>
              <a:t>Verifies functionality against acceptance criteria</a:t>
            </a:r>
          </a:p>
          <a:p>
            <a:pPr marL="285750" indent="-285750">
              <a:buFont typeface="Arial" panose="020B0604020202020204" pitchFamily="34" charset="0"/>
              <a:buChar char="•"/>
            </a:pPr>
            <a:r>
              <a:rPr lang="en-US" dirty="0">
                <a:solidFill>
                  <a:schemeClr val="bg1">
                    <a:lumMod val="95000"/>
                    <a:lumOff val="5000"/>
                  </a:schemeClr>
                </a:solidFill>
                <a:latin typeface="+mj-lt"/>
              </a:rPr>
              <a:t>Identifies defects and unclear requirements</a:t>
            </a:r>
          </a:p>
          <a:p>
            <a:pPr marL="285750" indent="-285750">
              <a:buFont typeface="Arial" panose="020B0604020202020204" pitchFamily="34" charset="0"/>
              <a:buChar char="•"/>
            </a:pPr>
            <a:r>
              <a:rPr lang="en-US" dirty="0">
                <a:solidFill>
                  <a:schemeClr val="bg1">
                    <a:lumMod val="95000"/>
                    <a:lumOff val="5000"/>
                  </a:schemeClr>
                </a:solidFill>
                <a:latin typeface="+mj-lt"/>
              </a:rPr>
              <a:t>Provides feedback throughout development</a:t>
            </a:r>
          </a:p>
        </p:txBody>
      </p:sp>
      <p:sp>
        <p:nvSpPr>
          <p:cNvPr id="13" name="Rectangle: Rounded Corners 12">
            <a:extLst>
              <a:ext uri="{FF2B5EF4-FFF2-40B4-BE49-F238E27FC236}">
                <a16:creationId xmlns:a16="http://schemas.microsoft.com/office/drawing/2014/main" id="{FF57D016-1550-CCDA-52D2-C005B019A873}"/>
              </a:ext>
            </a:extLst>
          </p:cNvPr>
          <p:cNvSpPr/>
          <p:nvPr/>
        </p:nvSpPr>
        <p:spPr>
          <a:xfrm>
            <a:off x="3114674" y="1506917"/>
            <a:ext cx="2981325" cy="38241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bg1">
                  <a:lumMod val="95000"/>
                  <a:lumOff val="5000"/>
                </a:schemeClr>
              </a:solidFill>
              <a:latin typeface="+mj-lt"/>
            </a:endParaRPr>
          </a:p>
          <a:p>
            <a:endParaRPr lang="en-US" dirty="0">
              <a:solidFill>
                <a:schemeClr val="bg1">
                  <a:lumMod val="95000"/>
                  <a:lumOff val="5000"/>
                </a:schemeClr>
              </a:solidFill>
              <a:latin typeface="+mj-lt"/>
            </a:endParaRPr>
          </a:p>
          <a:p>
            <a:r>
              <a:rPr lang="en-US" dirty="0">
                <a:solidFill>
                  <a:schemeClr val="bg1">
                    <a:lumMod val="95000"/>
                    <a:lumOff val="5000"/>
                  </a:schemeClr>
                </a:solidFill>
                <a:latin typeface="+mj-lt"/>
              </a:rPr>
              <a:t>Focus: Team Effectiveness</a:t>
            </a:r>
          </a:p>
          <a:p>
            <a:pPr marL="285750" indent="-285750">
              <a:buFont typeface="Arial" panose="020B0604020202020204" pitchFamily="34" charset="0"/>
              <a:buChar char="•"/>
            </a:pPr>
            <a:r>
              <a:rPr lang="en-US" dirty="0">
                <a:solidFill>
                  <a:schemeClr val="bg1">
                    <a:lumMod val="95000"/>
                    <a:lumOff val="5000"/>
                  </a:schemeClr>
                </a:solidFill>
                <a:latin typeface="+mj-lt"/>
              </a:rPr>
              <a:t>Facilitates Scrum events and practices</a:t>
            </a:r>
          </a:p>
          <a:p>
            <a:pPr marL="285750" indent="-285750">
              <a:buFont typeface="Arial" panose="020B0604020202020204" pitchFamily="34" charset="0"/>
              <a:buChar char="•"/>
            </a:pPr>
            <a:r>
              <a:rPr lang="en-US" dirty="0">
                <a:solidFill>
                  <a:schemeClr val="bg1">
                    <a:lumMod val="95000"/>
                    <a:lumOff val="5000"/>
                  </a:schemeClr>
                </a:solidFill>
                <a:latin typeface="+mj-lt"/>
              </a:rPr>
              <a:t>Helps remove impediments</a:t>
            </a:r>
          </a:p>
          <a:p>
            <a:pPr marL="285750" indent="-285750">
              <a:buFont typeface="Arial" panose="020B0604020202020204" pitchFamily="34" charset="0"/>
              <a:buChar char="•"/>
            </a:pPr>
            <a:r>
              <a:rPr lang="en-US" dirty="0">
                <a:solidFill>
                  <a:schemeClr val="bg1">
                    <a:lumMod val="95000"/>
                    <a:lumOff val="5000"/>
                  </a:schemeClr>
                </a:solidFill>
                <a:latin typeface="+mj-lt"/>
              </a:rPr>
              <a:t>Coaches self-management and continuous improvement</a:t>
            </a:r>
          </a:p>
        </p:txBody>
      </p:sp>
      <p:sp>
        <p:nvSpPr>
          <p:cNvPr id="15" name="Rectangle: Rounded Corners 14">
            <a:extLst>
              <a:ext uri="{FF2B5EF4-FFF2-40B4-BE49-F238E27FC236}">
                <a16:creationId xmlns:a16="http://schemas.microsoft.com/office/drawing/2014/main" id="{4CF6286F-0C60-C41D-B3BE-8AC0A29C8B00}"/>
              </a:ext>
            </a:extLst>
          </p:cNvPr>
          <p:cNvSpPr/>
          <p:nvPr/>
        </p:nvSpPr>
        <p:spPr>
          <a:xfrm>
            <a:off x="6179538" y="1136322"/>
            <a:ext cx="2876550" cy="37191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bg1">
                  <a:lumMod val="95000"/>
                  <a:lumOff val="5000"/>
                </a:schemeClr>
              </a:solidFill>
              <a:latin typeface="+mj-lt"/>
            </a:endParaRPr>
          </a:p>
          <a:p>
            <a:r>
              <a:rPr lang="en-US" dirty="0">
                <a:solidFill>
                  <a:schemeClr val="bg1">
                    <a:lumMod val="95000"/>
                    <a:lumOff val="5000"/>
                  </a:schemeClr>
                </a:solidFill>
                <a:latin typeface="+mj-lt"/>
              </a:rPr>
              <a:t>Focus: Product Creation</a:t>
            </a:r>
          </a:p>
          <a:p>
            <a:pPr marL="285750" indent="-285750">
              <a:buFont typeface="Arial" panose="020B0604020202020204" pitchFamily="34" charset="0"/>
              <a:buChar char="•"/>
            </a:pPr>
            <a:r>
              <a:rPr lang="en-US" dirty="0">
                <a:solidFill>
                  <a:schemeClr val="bg1">
                    <a:lumMod val="95000"/>
                    <a:lumOff val="5000"/>
                  </a:schemeClr>
                </a:solidFill>
                <a:latin typeface="+mj-lt"/>
              </a:rPr>
              <a:t>Determine how Sprint work will be completed</a:t>
            </a:r>
          </a:p>
          <a:p>
            <a:pPr marL="285750" indent="-285750">
              <a:buFont typeface="Arial" panose="020B0604020202020204" pitchFamily="34" charset="0"/>
              <a:buChar char="•"/>
            </a:pPr>
            <a:r>
              <a:rPr lang="en-US" dirty="0">
                <a:solidFill>
                  <a:schemeClr val="bg1">
                    <a:lumMod val="95000"/>
                    <a:lumOff val="5000"/>
                  </a:schemeClr>
                </a:solidFill>
                <a:latin typeface="+mj-lt"/>
              </a:rPr>
              <a:t>Build usable product increments</a:t>
            </a:r>
          </a:p>
          <a:p>
            <a:pPr marL="285750" indent="-285750">
              <a:buFont typeface="Arial" panose="020B0604020202020204" pitchFamily="34" charset="0"/>
              <a:buChar char="•"/>
            </a:pPr>
            <a:r>
              <a:rPr lang="en-US" dirty="0">
                <a:solidFill>
                  <a:schemeClr val="bg1">
                    <a:lumMod val="95000"/>
                    <a:lumOff val="5000"/>
                  </a:schemeClr>
                </a:solidFill>
                <a:latin typeface="+mj-lt"/>
              </a:rPr>
              <a:t>Share responsibility for meeting the Sprint Goal</a:t>
            </a:r>
          </a:p>
        </p:txBody>
      </p:sp>
      <p:cxnSp>
        <p:nvCxnSpPr>
          <p:cNvPr id="17" name="Straight Arrow Connector 16">
            <a:extLst>
              <a:ext uri="{FF2B5EF4-FFF2-40B4-BE49-F238E27FC236}">
                <a16:creationId xmlns:a16="http://schemas.microsoft.com/office/drawing/2014/main" id="{366F6583-45B2-0247-A7ED-FFC5C94B96AC}"/>
              </a:ext>
            </a:extLst>
          </p:cNvPr>
          <p:cNvCxnSpPr/>
          <p:nvPr/>
        </p:nvCxnSpPr>
        <p:spPr>
          <a:xfrm>
            <a:off x="3467100" y="2033986"/>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806F02B-94B7-3500-1D4A-4C044E4BB6B7}"/>
              </a:ext>
            </a:extLst>
          </p:cNvPr>
          <p:cNvCxnSpPr/>
          <p:nvPr/>
        </p:nvCxnSpPr>
        <p:spPr>
          <a:xfrm>
            <a:off x="466725" y="1648764"/>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BD489B0-89B7-6367-2135-39B7E7E5C92B}"/>
              </a:ext>
            </a:extLst>
          </p:cNvPr>
          <p:cNvCxnSpPr/>
          <p:nvPr/>
        </p:nvCxnSpPr>
        <p:spPr>
          <a:xfrm>
            <a:off x="6566394" y="1648764"/>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0756E1A-4AB7-77C0-8372-FF7C4CA5AD34}"/>
              </a:ext>
            </a:extLst>
          </p:cNvPr>
          <p:cNvCxnSpPr/>
          <p:nvPr/>
        </p:nvCxnSpPr>
        <p:spPr>
          <a:xfrm>
            <a:off x="9467850" y="2322243"/>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263505F-5328-44D1-A714-E64101457AB5}"/>
              </a:ext>
            </a:extLst>
          </p:cNvPr>
          <p:cNvSpPr txBox="1"/>
          <p:nvPr/>
        </p:nvSpPr>
        <p:spPr>
          <a:xfrm>
            <a:off x="414337" y="1136322"/>
            <a:ext cx="2314576" cy="430887"/>
          </a:xfrm>
          <a:prstGeom prst="rect">
            <a:avLst/>
          </a:prstGeom>
          <a:noFill/>
        </p:spPr>
        <p:txBody>
          <a:bodyPr wrap="square" rtlCol="0">
            <a:spAutoFit/>
          </a:bodyPr>
          <a:lstStyle/>
          <a:p>
            <a:pPr algn="ctr"/>
            <a:r>
              <a:rPr lang="en-US" sz="2200" b="1" dirty="0">
                <a:solidFill>
                  <a:schemeClr val="bg1">
                    <a:lumMod val="95000"/>
                    <a:lumOff val="5000"/>
                  </a:schemeClr>
                </a:solidFill>
                <a:latin typeface="+mj-lt"/>
              </a:rPr>
              <a:t>Product Owner</a:t>
            </a:r>
          </a:p>
        </p:txBody>
      </p:sp>
      <p:sp>
        <p:nvSpPr>
          <p:cNvPr id="26" name="TextBox 25">
            <a:extLst>
              <a:ext uri="{FF2B5EF4-FFF2-40B4-BE49-F238E27FC236}">
                <a16:creationId xmlns:a16="http://schemas.microsoft.com/office/drawing/2014/main" id="{6B09E0E9-E947-4343-990D-8132418015E6}"/>
              </a:ext>
            </a:extLst>
          </p:cNvPr>
          <p:cNvSpPr txBox="1"/>
          <p:nvPr/>
        </p:nvSpPr>
        <p:spPr>
          <a:xfrm>
            <a:off x="3666031" y="1555008"/>
            <a:ext cx="1981200" cy="430887"/>
          </a:xfrm>
          <a:prstGeom prst="rect">
            <a:avLst/>
          </a:prstGeom>
          <a:noFill/>
        </p:spPr>
        <p:txBody>
          <a:bodyPr wrap="square" rtlCol="0">
            <a:spAutoFit/>
          </a:bodyPr>
          <a:lstStyle/>
          <a:p>
            <a:r>
              <a:rPr lang="en-US" sz="2200" b="1" dirty="0">
                <a:solidFill>
                  <a:schemeClr val="bg1">
                    <a:lumMod val="95000"/>
                    <a:lumOff val="5000"/>
                  </a:schemeClr>
                </a:solidFill>
                <a:latin typeface="+mj-lt"/>
              </a:rPr>
              <a:t>Scrum Master</a:t>
            </a:r>
          </a:p>
        </p:txBody>
      </p:sp>
      <p:sp>
        <p:nvSpPr>
          <p:cNvPr id="28" name="TextBox 27">
            <a:extLst>
              <a:ext uri="{FF2B5EF4-FFF2-40B4-BE49-F238E27FC236}">
                <a16:creationId xmlns:a16="http://schemas.microsoft.com/office/drawing/2014/main" id="{4C45418A-2A9D-599E-6FB2-FD007BD3185A}"/>
              </a:ext>
            </a:extLst>
          </p:cNvPr>
          <p:cNvSpPr txBox="1"/>
          <p:nvPr/>
        </p:nvSpPr>
        <p:spPr>
          <a:xfrm>
            <a:off x="6896100" y="1136322"/>
            <a:ext cx="1880094" cy="430887"/>
          </a:xfrm>
          <a:prstGeom prst="rect">
            <a:avLst/>
          </a:prstGeom>
          <a:noFill/>
        </p:spPr>
        <p:txBody>
          <a:bodyPr wrap="square" rtlCol="0">
            <a:spAutoFit/>
          </a:bodyPr>
          <a:lstStyle/>
          <a:p>
            <a:r>
              <a:rPr lang="en-US" sz="2200" b="1" dirty="0">
                <a:solidFill>
                  <a:schemeClr val="bg1">
                    <a:lumMod val="95000"/>
                    <a:lumOff val="5000"/>
                  </a:schemeClr>
                </a:solidFill>
                <a:latin typeface="+mj-lt"/>
              </a:rPr>
              <a:t>Developers</a:t>
            </a:r>
          </a:p>
        </p:txBody>
      </p:sp>
      <p:sp>
        <p:nvSpPr>
          <p:cNvPr id="30" name="TextBox 29">
            <a:extLst>
              <a:ext uri="{FF2B5EF4-FFF2-40B4-BE49-F238E27FC236}">
                <a16:creationId xmlns:a16="http://schemas.microsoft.com/office/drawing/2014/main" id="{19F05514-960B-A809-B98A-F1F0859CD867}"/>
              </a:ext>
            </a:extLst>
          </p:cNvPr>
          <p:cNvSpPr txBox="1"/>
          <p:nvPr/>
        </p:nvSpPr>
        <p:spPr>
          <a:xfrm>
            <a:off x="9561413" y="1526887"/>
            <a:ext cx="2047876" cy="769441"/>
          </a:xfrm>
          <a:prstGeom prst="rect">
            <a:avLst/>
          </a:prstGeom>
          <a:noFill/>
        </p:spPr>
        <p:txBody>
          <a:bodyPr wrap="square" rtlCol="0">
            <a:spAutoFit/>
          </a:bodyPr>
          <a:lstStyle/>
          <a:p>
            <a:r>
              <a:rPr lang="en-US" sz="2200" b="1" dirty="0">
                <a:solidFill>
                  <a:schemeClr val="bg1">
                    <a:lumMod val="95000"/>
                    <a:lumOff val="5000"/>
                  </a:schemeClr>
                </a:solidFill>
                <a:latin typeface="+mj-lt"/>
              </a:rPr>
              <a:t>Tester / Quality Responsibilities</a:t>
            </a:r>
          </a:p>
        </p:txBody>
      </p:sp>
      <p:sp>
        <p:nvSpPr>
          <p:cNvPr id="31" name="TextBox 30">
            <a:extLst>
              <a:ext uri="{FF2B5EF4-FFF2-40B4-BE49-F238E27FC236}">
                <a16:creationId xmlns:a16="http://schemas.microsoft.com/office/drawing/2014/main" id="{3688B964-7251-8B80-E8B3-4513E0C61173}"/>
              </a:ext>
            </a:extLst>
          </p:cNvPr>
          <p:cNvSpPr txBox="1"/>
          <p:nvPr/>
        </p:nvSpPr>
        <p:spPr>
          <a:xfrm>
            <a:off x="2009467" y="95093"/>
            <a:ext cx="8340140" cy="830997"/>
          </a:xfrm>
          <a:prstGeom prst="rect">
            <a:avLst/>
          </a:prstGeom>
          <a:noFill/>
        </p:spPr>
        <p:txBody>
          <a:bodyPr wrap="square" rtlCol="0">
            <a:spAutoFit/>
          </a:bodyPr>
          <a:lstStyle/>
          <a:p>
            <a:r>
              <a:rPr lang="en-US" sz="4800" b="1" dirty="0">
                <a:latin typeface="+mj-lt"/>
              </a:rPr>
              <a:t>Roles on a Scrum-Agile Team</a:t>
            </a:r>
          </a:p>
        </p:txBody>
      </p:sp>
    </p:spTree>
    <p:extLst>
      <p:ext uri="{BB962C8B-B14F-4D97-AF65-F5344CB8AC3E}">
        <p14:creationId xmlns:p14="http://schemas.microsoft.com/office/powerpoint/2010/main" val="3985542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FEA19259-8907-46F4-2B44-C1018B559C6F}"/>
              </a:ext>
            </a:extLst>
          </p:cNvPr>
          <p:cNvSpPr/>
          <p:nvPr/>
        </p:nvSpPr>
        <p:spPr>
          <a:xfrm>
            <a:off x="1443788" y="5532269"/>
            <a:ext cx="10250907" cy="1409700"/>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192FFB-3D0A-E6B3-46EC-0F9A9F146ADA}"/>
              </a:ext>
            </a:extLst>
          </p:cNvPr>
          <p:cNvSpPr>
            <a:spLocks noGrp="1"/>
          </p:cNvSpPr>
          <p:nvPr>
            <p:ph idx="1"/>
          </p:nvPr>
        </p:nvSpPr>
        <p:spPr>
          <a:xfrm>
            <a:off x="1852651" y="5907975"/>
            <a:ext cx="9496926" cy="648260"/>
          </a:xfrm>
        </p:spPr>
        <p:txBody>
          <a:bodyPr>
            <a:noAutofit/>
          </a:bodyPr>
          <a:lstStyle/>
          <a:p>
            <a:pPr marL="0" indent="0" algn="ctr">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In Agile, SDLC activities overlap and repeat throughout development instead of being completed only once in a fixed sequence.</a:t>
            </a:r>
            <a:br>
              <a:rPr lang="en-US" sz="1800" dirty="0">
                <a:solidFill>
                  <a:schemeClr val="bg1">
                    <a:lumMod val="95000"/>
                    <a:lumOff val="5000"/>
                  </a:schemeClr>
                </a:solidFill>
                <a:latin typeface="Times New Roman" panose="02020603050405020304" pitchFamily="18" charset="0"/>
                <a:cs typeface="Times New Roman" panose="02020603050405020304" pitchFamily="18" charset="0"/>
              </a:rPr>
            </a:b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(Umar &amp; Lano, 2024; Mishra &amp; Alzoubi, 2023)</a:t>
            </a:r>
          </a:p>
        </p:txBody>
      </p:sp>
      <p:sp>
        <p:nvSpPr>
          <p:cNvPr id="20" name="Hexagon 19">
            <a:extLst>
              <a:ext uri="{FF2B5EF4-FFF2-40B4-BE49-F238E27FC236}">
                <a16:creationId xmlns:a16="http://schemas.microsoft.com/office/drawing/2014/main" id="{84549A7B-7B58-17D1-7F3F-C62196EFAC82}"/>
              </a:ext>
            </a:extLst>
          </p:cNvPr>
          <p:cNvSpPr/>
          <p:nvPr/>
        </p:nvSpPr>
        <p:spPr>
          <a:xfrm>
            <a:off x="5120641" y="2714905"/>
            <a:ext cx="1805842" cy="1279135"/>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Inspect.</a:t>
            </a:r>
          </a:p>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Adapt.</a:t>
            </a:r>
          </a:p>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Repeat.</a:t>
            </a:r>
          </a:p>
        </p:txBody>
      </p:sp>
      <p:sp>
        <p:nvSpPr>
          <p:cNvPr id="25" name="Arrow: Left 24">
            <a:extLst>
              <a:ext uri="{FF2B5EF4-FFF2-40B4-BE49-F238E27FC236}">
                <a16:creationId xmlns:a16="http://schemas.microsoft.com/office/drawing/2014/main" id="{6BBAEAC3-F3DF-393E-8665-BA54702927A7}"/>
              </a:ext>
            </a:extLst>
          </p:cNvPr>
          <p:cNvSpPr/>
          <p:nvPr/>
        </p:nvSpPr>
        <p:spPr>
          <a:xfrm>
            <a:off x="5894985" y="4770165"/>
            <a:ext cx="661351" cy="399855"/>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27" name="Arrow: Left 26">
            <a:extLst>
              <a:ext uri="{FF2B5EF4-FFF2-40B4-BE49-F238E27FC236}">
                <a16:creationId xmlns:a16="http://schemas.microsoft.com/office/drawing/2014/main" id="{ABCAA0B8-A2D1-1D69-AE1B-5387DF57775A}"/>
              </a:ext>
            </a:extLst>
          </p:cNvPr>
          <p:cNvSpPr/>
          <p:nvPr/>
        </p:nvSpPr>
        <p:spPr>
          <a:xfrm rot="10800000">
            <a:off x="5948175" y="1570246"/>
            <a:ext cx="652939" cy="399855"/>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40" name="Rectangle: Rounded Corners 39">
            <a:extLst>
              <a:ext uri="{FF2B5EF4-FFF2-40B4-BE49-F238E27FC236}">
                <a16:creationId xmlns:a16="http://schemas.microsoft.com/office/drawing/2014/main" id="{32801AE0-AC9C-7B8A-C19D-942E5F61E1B0}"/>
              </a:ext>
            </a:extLst>
          </p:cNvPr>
          <p:cNvSpPr/>
          <p:nvPr/>
        </p:nvSpPr>
        <p:spPr>
          <a:xfrm>
            <a:off x="1170800" y="994303"/>
            <a:ext cx="4675890" cy="13985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B60C7B3F-3B86-BFC2-F34D-B9258BF15AEA}"/>
              </a:ext>
            </a:extLst>
          </p:cNvPr>
          <p:cNvSpPr txBox="1">
            <a:spLocks/>
          </p:cNvSpPr>
          <p:nvPr/>
        </p:nvSpPr>
        <p:spPr>
          <a:xfrm>
            <a:off x="1270294" y="1420022"/>
            <a:ext cx="4658768" cy="857883"/>
          </a:xfrm>
          <a:prstGeom prst="rect">
            <a:avLst/>
          </a:prstGeom>
          <a:noFill/>
        </p:spPr>
        <p:txBody>
          <a:bodyPr wrap="square" rtlCol="0">
            <a:noAutofit/>
          </a:bodyPr>
          <a:lstStyle/>
          <a:p>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Define user needs, business value, and priorities:</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Requirements become user stories and acceptance criteria.</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The Product Backlog can evolve as new information appears.</a:t>
            </a:r>
          </a:p>
          <a:p>
            <a:endParaRPr lang="en-US" sz="1400" dirty="0"/>
          </a:p>
        </p:txBody>
      </p:sp>
      <p:sp>
        <p:nvSpPr>
          <p:cNvPr id="44" name="Rectangle: Rounded Corners 43">
            <a:extLst>
              <a:ext uri="{FF2B5EF4-FFF2-40B4-BE49-F238E27FC236}">
                <a16:creationId xmlns:a16="http://schemas.microsoft.com/office/drawing/2014/main" id="{0C09FB0D-DD65-D315-2707-DFF5A582DD9F}"/>
              </a:ext>
            </a:extLst>
          </p:cNvPr>
          <p:cNvSpPr/>
          <p:nvPr/>
        </p:nvSpPr>
        <p:spPr>
          <a:xfrm>
            <a:off x="6700385" y="989536"/>
            <a:ext cx="4649192" cy="1403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C34C7CCB-AEFB-3EF4-D8F1-30E5053E5A0C}"/>
              </a:ext>
            </a:extLst>
          </p:cNvPr>
          <p:cNvSpPr/>
          <p:nvPr/>
        </p:nvSpPr>
        <p:spPr>
          <a:xfrm>
            <a:off x="7311454" y="2691189"/>
            <a:ext cx="4395236" cy="13291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FEE4C0F-39FB-D1F5-35E6-1EE46E31FC01}"/>
              </a:ext>
            </a:extLst>
          </p:cNvPr>
          <p:cNvSpPr/>
          <p:nvPr/>
        </p:nvSpPr>
        <p:spPr>
          <a:xfrm>
            <a:off x="6744950" y="4304197"/>
            <a:ext cx="4949745" cy="1279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698E72D6-67F3-4900-5B93-BED431696EDC}"/>
              </a:ext>
            </a:extLst>
          </p:cNvPr>
          <p:cNvSpPr/>
          <p:nvPr/>
        </p:nvSpPr>
        <p:spPr>
          <a:xfrm>
            <a:off x="1175430" y="4316078"/>
            <a:ext cx="4560340" cy="1291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76572246-9A12-ABC2-5E6A-AB1E0242DF72}"/>
              </a:ext>
            </a:extLst>
          </p:cNvPr>
          <p:cNvSpPr/>
          <p:nvPr/>
        </p:nvSpPr>
        <p:spPr>
          <a:xfrm>
            <a:off x="454734" y="2693038"/>
            <a:ext cx="4280937" cy="13291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CC6C7BC-6B39-DF06-E6EE-3D585E0474A5}"/>
              </a:ext>
            </a:extLst>
          </p:cNvPr>
          <p:cNvSpPr txBox="1">
            <a:spLocks/>
          </p:cNvSpPr>
          <p:nvPr/>
        </p:nvSpPr>
        <p:spPr>
          <a:xfrm>
            <a:off x="6744950" y="1521041"/>
            <a:ext cx="4623799" cy="857883"/>
          </a:xfrm>
          <a:prstGeom prst="rect">
            <a:avLst/>
          </a:prstGeom>
          <a:noFill/>
        </p:spPr>
        <p:txBody>
          <a:bodyPr wrap="square" rtlCol="0">
            <a:normAutofit/>
          </a:bodyPr>
          <a:lstStyle/>
          <a:p>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Determine what is needed to satisfy the requirements:</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Clarify expectations, risks, dependencies, and feasibility.</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Team feedback can expose ambiguity early.</a:t>
            </a:r>
          </a:p>
          <a:p>
            <a:endParaRPr lang="en-US" sz="1400" dirty="0"/>
          </a:p>
        </p:txBody>
      </p:sp>
      <p:sp>
        <p:nvSpPr>
          <p:cNvPr id="56" name="TextBox 55">
            <a:extLst>
              <a:ext uri="{FF2B5EF4-FFF2-40B4-BE49-F238E27FC236}">
                <a16:creationId xmlns:a16="http://schemas.microsoft.com/office/drawing/2014/main" id="{016B4DA5-42E1-F469-455E-B0FEB47607D4}"/>
              </a:ext>
            </a:extLst>
          </p:cNvPr>
          <p:cNvSpPr txBox="1">
            <a:spLocks/>
          </p:cNvSpPr>
          <p:nvPr/>
        </p:nvSpPr>
        <p:spPr>
          <a:xfrm>
            <a:off x="7533080" y="3080580"/>
            <a:ext cx="4246647" cy="702215"/>
          </a:xfrm>
          <a:prstGeom prst="rect">
            <a:avLst/>
          </a:prstGeom>
          <a:noFill/>
        </p:spPr>
        <p:txBody>
          <a:bodyPr wrap="square">
            <a:noAutofit/>
          </a:bodyPr>
          <a:lstStyle/>
          <a:p>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Determine how the solution should function:</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Create or refine the technical and user experience design.</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Designs can evolve as feedback is received.</a:t>
            </a:r>
          </a:p>
        </p:txBody>
      </p:sp>
      <p:sp>
        <p:nvSpPr>
          <p:cNvPr id="58" name="TextBox 57">
            <a:extLst>
              <a:ext uri="{FF2B5EF4-FFF2-40B4-BE49-F238E27FC236}">
                <a16:creationId xmlns:a16="http://schemas.microsoft.com/office/drawing/2014/main" id="{A6B99D31-428D-AE77-2ABD-F3B8EAC5A0F9}"/>
              </a:ext>
            </a:extLst>
          </p:cNvPr>
          <p:cNvSpPr txBox="1">
            <a:spLocks/>
          </p:cNvSpPr>
          <p:nvPr/>
        </p:nvSpPr>
        <p:spPr>
          <a:xfrm>
            <a:off x="485759" y="3101446"/>
            <a:ext cx="4345792" cy="855243"/>
          </a:xfrm>
          <a:prstGeom prst="rect">
            <a:avLst/>
          </a:prstGeom>
          <a:noFill/>
        </p:spPr>
        <p:txBody>
          <a:bodyPr wrap="square">
            <a:noAutofit/>
          </a:bodyPr>
          <a:lstStyle/>
          <a:p>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Deliver value and continue improving:</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Usable functionality can be released incrementally.</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Feedback and changing needs feed back into future planning.</a:t>
            </a:r>
          </a:p>
        </p:txBody>
      </p:sp>
      <p:sp>
        <p:nvSpPr>
          <p:cNvPr id="60" name="TextBox 59">
            <a:extLst>
              <a:ext uri="{FF2B5EF4-FFF2-40B4-BE49-F238E27FC236}">
                <a16:creationId xmlns:a16="http://schemas.microsoft.com/office/drawing/2014/main" id="{2A0C3462-B403-B1AC-6B41-B0F6F86E4FFB}"/>
              </a:ext>
            </a:extLst>
          </p:cNvPr>
          <p:cNvSpPr txBox="1">
            <a:spLocks/>
          </p:cNvSpPr>
          <p:nvPr/>
        </p:nvSpPr>
        <p:spPr>
          <a:xfrm>
            <a:off x="1219095" y="4660261"/>
            <a:ext cx="4675890" cy="951721"/>
          </a:xfrm>
          <a:prstGeom prst="rect">
            <a:avLst/>
          </a:prstGeom>
          <a:noFill/>
        </p:spPr>
        <p:txBody>
          <a:bodyPr wrap="square">
            <a:normAutofit/>
          </a:bodyPr>
          <a:lstStyle/>
          <a:p>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Verify quality and expected behavior:</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Test functionality against acceptance criteria.</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Defects and unclear requirements provide feedback for continued development.</a:t>
            </a:r>
          </a:p>
        </p:txBody>
      </p:sp>
      <p:sp>
        <p:nvSpPr>
          <p:cNvPr id="62" name="TextBox 61">
            <a:extLst>
              <a:ext uri="{FF2B5EF4-FFF2-40B4-BE49-F238E27FC236}">
                <a16:creationId xmlns:a16="http://schemas.microsoft.com/office/drawing/2014/main" id="{332E7897-EDE0-B128-1C72-BD123CE9E0DD}"/>
              </a:ext>
            </a:extLst>
          </p:cNvPr>
          <p:cNvSpPr txBox="1">
            <a:spLocks/>
          </p:cNvSpPr>
          <p:nvPr/>
        </p:nvSpPr>
        <p:spPr>
          <a:xfrm>
            <a:off x="6819888" y="4653200"/>
            <a:ext cx="4949745" cy="954107"/>
          </a:xfrm>
          <a:prstGeom prst="rect">
            <a:avLst/>
          </a:prstGeom>
          <a:noFill/>
        </p:spPr>
        <p:txBody>
          <a:bodyPr wrap="square">
            <a:spAutoFit/>
          </a:bodyPr>
          <a:lstStyle/>
          <a:p>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Build the working product increment:</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Developers implement prioritized functionality.</a:t>
            </a:r>
          </a:p>
          <a:p>
            <a:pPr marL="285750" indent="-285750">
              <a:buFont typeface="Arial" panose="020B0604020202020204" pitchFamily="34" charset="0"/>
              <a:buChar char="•"/>
            </a:pP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Work occurs in smaller increments rather than waiting for the entire product.</a:t>
            </a:r>
          </a:p>
        </p:txBody>
      </p:sp>
      <p:sp>
        <p:nvSpPr>
          <p:cNvPr id="63" name="TextBox 62">
            <a:extLst>
              <a:ext uri="{FF2B5EF4-FFF2-40B4-BE49-F238E27FC236}">
                <a16:creationId xmlns:a16="http://schemas.microsoft.com/office/drawing/2014/main" id="{7F26BA37-A088-D4D0-E0D3-399D221588B2}"/>
              </a:ext>
            </a:extLst>
          </p:cNvPr>
          <p:cNvSpPr txBox="1"/>
          <p:nvPr/>
        </p:nvSpPr>
        <p:spPr>
          <a:xfrm>
            <a:off x="1791940" y="992274"/>
            <a:ext cx="3166311" cy="369332"/>
          </a:xfrm>
          <a:prstGeom prst="rect">
            <a:avLst/>
          </a:prstGeom>
          <a:noFill/>
        </p:spPr>
        <p:txBody>
          <a:bodyPr wrap="square" rtlCol="0">
            <a:sp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Planning &amp; Requirements</a:t>
            </a:r>
          </a:p>
        </p:txBody>
      </p:sp>
      <p:sp>
        <p:nvSpPr>
          <p:cNvPr id="65" name="TextBox 64">
            <a:extLst>
              <a:ext uri="{FF2B5EF4-FFF2-40B4-BE49-F238E27FC236}">
                <a16:creationId xmlns:a16="http://schemas.microsoft.com/office/drawing/2014/main" id="{98FF7F05-D659-08EB-4FB7-D5EB25D877AB}"/>
              </a:ext>
            </a:extLst>
          </p:cNvPr>
          <p:cNvSpPr txBox="1"/>
          <p:nvPr/>
        </p:nvSpPr>
        <p:spPr>
          <a:xfrm>
            <a:off x="7288621" y="1095543"/>
            <a:ext cx="3166311" cy="369332"/>
          </a:xfrm>
          <a:prstGeom prst="rect">
            <a:avLst/>
          </a:prstGeom>
          <a:noFill/>
        </p:spPr>
        <p:txBody>
          <a:bodyPr wrap="square" rtlCol="0">
            <a:sp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Analysis</a:t>
            </a:r>
          </a:p>
        </p:txBody>
      </p:sp>
      <p:sp>
        <p:nvSpPr>
          <p:cNvPr id="67" name="TextBox 66">
            <a:extLst>
              <a:ext uri="{FF2B5EF4-FFF2-40B4-BE49-F238E27FC236}">
                <a16:creationId xmlns:a16="http://schemas.microsoft.com/office/drawing/2014/main" id="{522E1756-55D1-993D-6471-D4976F345F09}"/>
              </a:ext>
            </a:extLst>
          </p:cNvPr>
          <p:cNvSpPr txBox="1"/>
          <p:nvPr/>
        </p:nvSpPr>
        <p:spPr>
          <a:xfrm>
            <a:off x="7749841" y="2682100"/>
            <a:ext cx="3166311" cy="369332"/>
          </a:xfrm>
          <a:prstGeom prst="rect">
            <a:avLst/>
          </a:prstGeom>
          <a:noFill/>
        </p:spPr>
        <p:txBody>
          <a:bodyPr wrap="square" rtlCol="0">
            <a:sp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Design</a:t>
            </a:r>
          </a:p>
        </p:txBody>
      </p:sp>
      <p:sp>
        <p:nvSpPr>
          <p:cNvPr id="69" name="TextBox 68">
            <a:extLst>
              <a:ext uri="{FF2B5EF4-FFF2-40B4-BE49-F238E27FC236}">
                <a16:creationId xmlns:a16="http://schemas.microsoft.com/office/drawing/2014/main" id="{B2B9AC8E-C51E-266A-BA2D-44DEC63B3416}"/>
              </a:ext>
            </a:extLst>
          </p:cNvPr>
          <p:cNvSpPr txBox="1"/>
          <p:nvPr/>
        </p:nvSpPr>
        <p:spPr>
          <a:xfrm>
            <a:off x="7636666" y="4308834"/>
            <a:ext cx="3166311" cy="369332"/>
          </a:xfrm>
          <a:prstGeom prst="rect">
            <a:avLst/>
          </a:prstGeom>
          <a:noFill/>
        </p:spPr>
        <p:txBody>
          <a:bodyPr wrap="square" rtlCol="0">
            <a:sp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Development</a:t>
            </a:r>
          </a:p>
        </p:txBody>
      </p:sp>
      <p:sp>
        <p:nvSpPr>
          <p:cNvPr id="71" name="TextBox 70">
            <a:extLst>
              <a:ext uri="{FF2B5EF4-FFF2-40B4-BE49-F238E27FC236}">
                <a16:creationId xmlns:a16="http://schemas.microsoft.com/office/drawing/2014/main" id="{2BA89224-415A-1D4F-56EE-EC3F449392E3}"/>
              </a:ext>
            </a:extLst>
          </p:cNvPr>
          <p:cNvSpPr txBox="1"/>
          <p:nvPr/>
        </p:nvSpPr>
        <p:spPr>
          <a:xfrm>
            <a:off x="1794446" y="4308834"/>
            <a:ext cx="3166311" cy="369332"/>
          </a:xfrm>
          <a:prstGeom prst="rect">
            <a:avLst/>
          </a:prstGeom>
          <a:noFill/>
        </p:spPr>
        <p:txBody>
          <a:bodyPr wrap="square" rtlCol="0">
            <a:sp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Testing</a:t>
            </a:r>
          </a:p>
        </p:txBody>
      </p:sp>
      <p:sp>
        <p:nvSpPr>
          <p:cNvPr id="73" name="TextBox 72">
            <a:extLst>
              <a:ext uri="{FF2B5EF4-FFF2-40B4-BE49-F238E27FC236}">
                <a16:creationId xmlns:a16="http://schemas.microsoft.com/office/drawing/2014/main" id="{88C5EAB5-AE2E-26DB-4382-1DA099464D1A}"/>
              </a:ext>
            </a:extLst>
          </p:cNvPr>
          <p:cNvSpPr txBox="1"/>
          <p:nvPr/>
        </p:nvSpPr>
        <p:spPr>
          <a:xfrm>
            <a:off x="906880" y="2725139"/>
            <a:ext cx="3166311" cy="369332"/>
          </a:xfrm>
          <a:prstGeom prst="rect">
            <a:avLst/>
          </a:prstGeom>
          <a:noFill/>
        </p:spPr>
        <p:txBody>
          <a:bodyPr wrap="square" rtlCol="0">
            <a:sp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Deployment &amp; Maintenance</a:t>
            </a:r>
          </a:p>
        </p:txBody>
      </p:sp>
      <p:sp>
        <p:nvSpPr>
          <p:cNvPr id="34" name="Arrow: Left 33">
            <a:extLst>
              <a:ext uri="{FF2B5EF4-FFF2-40B4-BE49-F238E27FC236}">
                <a16:creationId xmlns:a16="http://schemas.microsoft.com/office/drawing/2014/main" id="{C4B1C7C1-ED7F-14ED-2AC2-D5C87A2E5685}"/>
              </a:ext>
            </a:extLst>
          </p:cNvPr>
          <p:cNvSpPr/>
          <p:nvPr/>
        </p:nvSpPr>
        <p:spPr>
          <a:xfrm rot="16200000">
            <a:off x="10558888" y="2531823"/>
            <a:ext cx="399857" cy="278932"/>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76" name="Arrow: Left 75">
            <a:extLst>
              <a:ext uri="{FF2B5EF4-FFF2-40B4-BE49-F238E27FC236}">
                <a16:creationId xmlns:a16="http://schemas.microsoft.com/office/drawing/2014/main" id="{831E7FD1-3141-6CD2-6679-DFF0F068A43A}"/>
              </a:ext>
            </a:extLst>
          </p:cNvPr>
          <p:cNvSpPr/>
          <p:nvPr/>
        </p:nvSpPr>
        <p:spPr>
          <a:xfrm rot="16200000">
            <a:off x="10394470" y="4160327"/>
            <a:ext cx="399857" cy="278932"/>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78" name="Arrow: Left 77">
            <a:extLst>
              <a:ext uri="{FF2B5EF4-FFF2-40B4-BE49-F238E27FC236}">
                <a16:creationId xmlns:a16="http://schemas.microsoft.com/office/drawing/2014/main" id="{C6305173-585D-F228-8E39-D86D7EE329CB}"/>
              </a:ext>
            </a:extLst>
          </p:cNvPr>
          <p:cNvSpPr/>
          <p:nvPr/>
        </p:nvSpPr>
        <p:spPr>
          <a:xfrm rot="5400000">
            <a:off x="2283525" y="4045037"/>
            <a:ext cx="399857" cy="278932"/>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80" name="Arrow: Left 79">
            <a:extLst>
              <a:ext uri="{FF2B5EF4-FFF2-40B4-BE49-F238E27FC236}">
                <a16:creationId xmlns:a16="http://schemas.microsoft.com/office/drawing/2014/main" id="{D35A8CB2-D49A-08E7-3DAA-0A0D1FB0D8C4}"/>
              </a:ext>
            </a:extLst>
          </p:cNvPr>
          <p:cNvSpPr/>
          <p:nvPr/>
        </p:nvSpPr>
        <p:spPr>
          <a:xfrm rot="5400000">
            <a:off x="2562457" y="2389428"/>
            <a:ext cx="399857" cy="278932"/>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81" name="TextBox 80">
            <a:extLst>
              <a:ext uri="{FF2B5EF4-FFF2-40B4-BE49-F238E27FC236}">
                <a16:creationId xmlns:a16="http://schemas.microsoft.com/office/drawing/2014/main" id="{A8CC15F4-C3A7-34E1-50F3-0EA2C0F7B397}"/>
              </a:ext>
            </a:extLst>
          </p:cNvPr>
          <p:cNvSpPr txBox="1"/>
          <p:nvPr/>
        </p:nvSpPr>
        <p:spPr>
          <a:xfrm>
            <a:off x="1047636" y="82087"/>
            <a:ext cx="10454016" cy="830997"/>
          </a:xfrm>
          <a:prstGeom prst="rect">
            <a:avLst/>
          </a:prstGeom>
          <a:noFill/>
        </p:spPr>
        <p:txBody>
          <a:bodyPr wrap="square" rtlCol="0">
            <a:spAutoFit/>
          </a:bodyPr>
          <a:lstStyle/>
          <a:p>
            <a:r>
              <a:rPr lang="en-US" sz="4800" b="1" dirty="0">
                <a:latin typeface="+mj-lt"/>
              </a:rPr>
              <a:t>SDLC Phases in an Agile Environment</a:t>
            </a:r>
          </a:p>
        </p:txBody>
      </p:sp>
      <p:cxnSp>
        <p:nvCxnSpPr>
          <p:cNvPr id="82" name="Straight Arrow Connector 81">
            <a:extLst>
              <a:ext uri="{FF2B5EF4-FFF2-40B4-BE49-F238E27FC236}">
                <a16:creationId xmlns:a16="http://schemas.microsoft.com/office/drawing/2014/main" id="{2EC0A2D2-723D-69B9-6D4A-1A42EE901136}"/>
              </a:ext>
            </a:extLst>
          </p:cNvPr>
          <p:cNvCxnSpPr/>
          <p:nvPr/>
        </p:nvCxnSpPr>
        <p:spPr>
          <a:xfrm>
            <a:off x="2215315" y="1401620"/>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20AF97AE-B5BB-207B-291B-24F16B81FE97}"/>
              </a:ext>
            </a:extLst>
          </p:cNvPr>
          <p:cNvCxnSpPr/>
          <p:nvPr/>
        </p:nvCxnSpPr>
        <p:spPr>
          <a:xfrm>
            <a:off x="7749841" y="1464875"/>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B5231861-0CC3-0821-6229-0B9681BC75E8}"/>
              </a:ext>
            </a:extLst>
          </p:cNvPr>
          <p:cNvCxnSpPr/>
          <p:nvPr/>
        </p:nvCxnSpPr>
        <p:spPr>
          <a:xfrm>
            <a:off x="1385136" y="3122031"/>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A4E449A6-0874-89F4-F178-3D6DF3D2A2ED}"/>
              </a:ext>
            </a:extLst>
          </p:cNvPr>
          <p:cNvCxnSpPr/>
          <p:nvPr/>
        </p:nvCxnSpPr>
        <p:spPr>
          <a:xfrm>
            <a:off x="8409550" y="3081138"/>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F89C08EE-CC13-B31D-3274-5370DAE8A79A}"/>
              </a:ext>
            </a:extLst>
          </p:cNvPr>
          <p:cNvCxnSpPr/>
          <p:nvPr/>
        </p:nvCxnSpPr>
        <p:spPr>
          <a:xfrm>
            <a:off x="8114921" y="4669564"/>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D1FE1934-CFE9-B0BC-F808-06CFE2ACAC12}"/>
              </a:ext>
            </a:extLst>
          </p:cNvPr>
          <p:cNvCxnSpPr/>
          <p:nvPr/>
        </p:nvCxnSpPr>
        <p:spPr>
          <a:xfrm>
            <a:off x="2215315" y="4636812"/>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5080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78B9FB2A-0675-8C18-052C-B5B040A4A532}"/>
              </a:ext>
            </a:extLst>
          </p:cNvPr>
          <p:cNvSpPr/>
          <p:nvPr/>
        </p:nvSpPr>
        <p:spPr>
          <a:xfrm>
            <a:off x="74012" y="5534526"/>
            <a:ext cx="12117988" cy="1323473"/>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4DFEB4-F173-C780-C794-6785B8BDF983}"/>
              </a:ext>
            </a:extLst>
          </p:cNvPr>
          <p:cNvSpPr>
            <a:spLocks noGrp="1"/>
          </p:cNvSpPr>
          <p:nvPr>
            <p:ph idx="1"/>
          </p:nvPr>
        </p:nvSpPr>
        <p:spPr>
          <a:xfrm>
            <a:off x="481263" y="5887452"/>
            <a:ext cx="11229473" cy="717883"/>
          </a:xfrm>
        </p:spPr>
        <p:txBody>
          <a:bodyPr>
            <a:noAutofit/>
          </a:bodyPr>
          <a:lstStyle/>
          <a:p>
            <a:pPr marL="0" indent="0">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Scrum events create recurring opportunities to plan, inspect, communicate, and adapt throughout the Agile SDLC.</a:t>
            </a:r>
          </a:p>
          <a:p>
            <a:pPr marL="0" indent="0" algn="r">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(Kavlakoglu, 2024; Mishra &amp; Alzoubi, 2023)</a:t>
            </a:r>
          </a:p>
        </p:txBody>
      </p:sp>
      <p:sp>
        <p:nvSpPr>
          <p:cNvPr id="10" name="Rectangle: Rounded Corners 9">
            <a:extLst>
              <a:ext uri="{FF2B5EF4-FFF2-40B4-BE49-F238E27FC236}">
                <a16:creationId xmlns:a16="http://schemas.microsoft.com/office/drawing/2014/main" id="{BB3F607F-77D3-3815-7404-62D31CA4DE83}"/>
              </a:ext>
            </a:extLst>
          </p:cNvPr>
          <p:cNvSpPr/>
          <p:nvPr/>
        </p:nvSpPr>
        <p:spPr>
          <a:xfrm>
            <a:off x="121956" y="153906"/>
            <a:ext cx="2903990" cy="26434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Sprint Planning</a:t>
            </a:r>
          </a:p>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Establish Direction</a:t>
            </a:r>
          </a:p>
          <a:p>
            <a:pPr marL="285750" indent="-285750">
              <a:buFont typeface="Arial" panose="020B0604020202020204" pitchFamily="34" charset="0"/>
              <a:buChar char="•"/>
            </a:pPr>
            <a:endParaRPr lang="en-US" sz="1600" dirty="0">
              <a:solidFill>
                <a:schemeClr val="bg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Define the Sprint Goal</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Select and plan prioritized work</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Consider team capacity and requirements</a:t>
            </a:r>
          </a:p>
        </p:txBody>
      </p:sp>
      <p:sp>
        <p:nvSpPr>
          <p:cNvPr id="14" name="Rectangle: Rounded Corners 13">
            <a:extLst>
              <a:ext uri="{FF2B5EF4-FFF2-40B4-BE49-F238E27FC236}">
                <a16:creationId xmlns:a16="http://schemas.microsoft.com/office/drawing/2014/main" id="{346FA0CE-21EA-E045-AFAB-34F626482250}"/>
              </a:ext>
            </a:extLst>
          </p:cNvPr>
          <p:cNvSpPr/>
          <p:nvPr/>
        </p:nvSpPr>
        <p:spPr>
          <a:xfrm>
            <a:off x="3108977" y="929186"/>
            <a:ext cx="2903990" cy="26434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Daily Scrum</a:t>
            </a:r>
          </a:p>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Maintain Alignment</a:t>
            </a:r>
          </a:p>
          <a:p>
            <a:pPr marL="285750" indent="-285750">
              <a:buFont typeface="Arial" panose="020B0604020202020204" pitchFamily="34" charset="0"/>
              <a:buChar char="•"/>
            </a:pPr>
            <a:endParaRPr lang="en-US" sz="1600" dirty="0">
              <a:solidFill>
                <a:schemeClr val="bg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Inspect progress toward the Sprint Goal</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Identify impediments and changing needs</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Adjust the team’s plan as necessary</a:t>
            </a:r>
          </a:p>
        </p:txBody>
      </p:sp>
      <p:sp>
        <p:nvSpPr>
          <p:cNvPr id="12" name="Rectangle: Rounded Corners 11">
            <a:extLst>
              <a:ext uri="{FF2B5EF4-FFF2-40B4-BE49-F238E27FC236}">
                <a16:creationId xmlns:a16="http://schemas.microsoft.com/office/drawing/2014/main" id="{512A33B2-9E23-1978-A294-B375AB13B99B}"/>
              </a:ext>
            </a:extLst>
          </p:cNvPr>
          <p:cNvSpPr/>
          <p:nvPr/>
        </p:nvSpPr>
        <p:spPr>
          <a:xfrm>
            <a:off x="6095998" y="1522497"/>
            <a:ext cx="2903991" cy="26434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Sprint Review</a:t>
            </a:r>
          </a:p>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Inspect the Product</a:t>
            </a:r>
          </a:p>
          <a:p>
            <a:pPr marL="285750" indent="-285750">
              <a:buFont typeface="Arial" panose="020B0604020202020204" pitchFamily="34" charset="0"/>
              <a:buChar char="•"/>
            </a:pPr>
            <a:endParaRPr lang="en-US" sz="1600" dirty="0">
              <a:solidFill>
                <a:schemeClr val="bg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Review the completed increment</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Gather stakeholder feedback</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Identify potential changes or future priorities</a:t>
            </a:r>
          </a:p>
        </p:txBody>
      </p:sp>
      <p:sp>
        <p:nvSpPr>
          <p:cNvPr id="16" name="Rectangle: Rounded Corners 15">
            <a:extLst>
              <a:ext uri="{FF2B5EF4-FFF2-40B4-BE49-F238E27FC236}">
                <a16:creationId xmlns:a16="http://schemas.microsoft.com/office/drawing/2014/main" id="{5A6C3CE3-6AD8-3B6F-AA09-ECE63B89C8FD}"/>
              </a:ext>
            </a:extLst>
          </p:cNvPr>
          <p:cNvSpPr/>
          <p:nvPr/>
        </p:nvSpPr>
        <p:spPr>
          <a:xfrm>
            <a:off x="9166054" y="1986213"/>
            <a:ext cx="2903990" cy="26434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Sprint Retrospective</a:t>
            </a:r>
          </a:p>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Improve the Process</a:t>
            </a:r>
          </a:p>
          <a:p>
            <a:pPr marL="285750" indent="-285750">
              <a:buFont typeface="Arial" panose="020B0604020202020204" pitchFamily="34" charset="0"/>
              <a:buChar char="•"/>
            </a:pPr>
            <a:endParaRPr lang="en-US" sz="1600" dirty="0">
              <a:solidFill>
                <a:schemeClr val="bg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Reflect on team effectiveness</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Identify successes and challenges</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Plan improvements for the next Sprint</a:t>
            </a:r>
          </a:p>
        </p:txBody>
      </p:sp>
      <p:sp>
        <p:nvSpPr>
          <p:cNvPr id="18" name="Rectangle: Rounded Corners 17">
            <a:extLst>
              <a:ext uri="{FF2B5EF4-FFF2-40B4-BE49-F238E27FC236}">
                <a16:creationId xmlns:a16="http://schemas.microsoft.com/office/drawing/2014/main" id="{2E277049-AB94-6328-DCDA-8FF01B72DA18}"/>
              </a:ext>
            </a:extLst>
          </p:cNvPr>
          <p:cNvSpPr/>
          <p:nvPr/>
        </p:nvSpPr>
        <p:spPr>
          <a:xfrm>
            <a:off x="753980" y="3645523"/>
            <a:ext cx="4588042" cy="18890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2000" b="1" dirty="0">
                <a:solidFill>
                  <a:schemeClr val="bg1">
                    <a:lumMod val="95000"/>
                    <a:lumOff val="5000"/>
                  </a:schemeClr>
                </a:solidFill>
                <a:latin typeface="Times New Roman" panose="02020603050405020304" pitchFamily="18" charset="0"/>
                <a:cs typeface="Times New Roman" panose="02020603050405020304" pitchFamily="18" charset="0"/>
              </a:rPr>
              <a:t>Product Backlog Refinement</a:t>
            </a:r>
          </a:p>
          <a:p>
            <a:pPr algn="ctr"/>
            <a:r>
              <a:rPr lang="en-US" sz="1700" b="1" dirty="0">
                <a:solidFill>
                  <a:schemeClr val="bg1">
                    <a:lumMod val="95000"/>
                    <a:lumOff val="5000"/>
                  </a:schemeClr>
                </a:solidFill>
                <a:latin typeface="Times New Roman" panose="02020603050405020304" pitchFamily="18" charset="0"/>
                <a:cs typeface="Times New Roman" panose="02020603050405020304" pitchFamily="18" charset="0"/>
              </a:rPr>
              <a:t>Prepare for Future Work</a:t>
            </a:r>
          </a:p>
          <a:p>
            <a:pPr algn="ctr"/>
            <a:endParaRPr lang="en-US" sz="1700" b="1" dirty="0">
              <a:solidFill>
                <a:schemeClr val="bg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Clarify and further define upcoming work</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Reassess priorities as requirements evolve</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Break larger items into manageable work</a:t>
            </a:r>
          </a:p>
          <a:p>
            <a:pPr algn="ct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*ongoing throughout the Sprint*</a:t>
            </a:r>
          </a:p>
        </p:txBody>
      </p:sp>
      <p:sp>
        <p:nvSpPr>
          <p:cNvPr id="21" name="Arrow: Bent 20">
            <a:extLst>
              <a:ext uri="{FF2B5EF4-FFF2-40B4-BE49-F238E27FC236}">
                <a16:creationId xmlns:a16="http://schemas.microsoft.com/office/drawing/2014/main" id="{586512B1-18B5-08CC-0DE9-ABEC725E25D3}"/>
              </a:ext>
            </a:extLst>
          </p:cNvPr>
          <p:cNvSpPr/>
          <p:nvPr/>
        </p:nvSpPr>
        <p:spPr>
          <a:xfrm rot="4731190">
            <a:off x="6200232" y="1378918"/>
            <a:ext cx="291043" cy="451769"/>
          </a:xfrm>
          <a:prstGeom prst="ben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Arrow: Bent-Up 27">
            <a:extLst>
              <a:ext uri="{FF2B5EF4-FFF2-40B4-BE49-F238E27FC236}">
                <a16:creationId xmlns:a16="http://schemas.microsoft.com/office/drawing/2014/main" id="{E4A42D5F-F319-2CFF-6906-8B396E386F45}"/>
              </a:ext>
            </a:extLst>
          </p:cNvPr>
          <p:cNvSpPr/>
          <p:nvPr/>
        </p:nvSpPr>
        <p:spPr>
          <a:xfrm rot="16200000">
            <a:off x="6555070" y="-3250580"/>
            <a:ext cx="1242348" cy="9068988"/>
          </a:xfrm>
          <a:custGeom>
            <a:avLst/>
            <a:gdLst>
              <a:gd name="csX0" fmla="*/ 0 w 463715"/>
              <a:gd name="csY0" fmla="*/ 8408441 h 8524370"/>
              <a:gd name="csX1" fmla="*/ 289822 w 463715"/>
              <a:gd name="csY1" fmla="*/ 8408441 h 8524370"/>
              <a:gd name="csX2" fmla="*/ 289822 w 463715"/>
              <a:gd name="csY2" fmla="*/ 115929 h 8524370"/>
              <a:gd name="csX3" fmla="*/ 231858 w 463715"/>
              <a:gd name="csY3" fmla="*/ 115929 h 8524370"/>
              <a:gd name="csX4" fmla="*/ 347786 w 463715"/>
              <a:gd name="csY4" fmla="*/ 0 h 8524370"/>
              <a:gd name="csX5" fmla="*/ 463715 w 463715"/>
              <a:gd name="csY5" fmla="*/ 115929 h 8524370"/>
              <a:gd name="csX6" fmla="*/ 405751 w 463715"/>
              <a:gd name="csY6" fmla="*/ 115929 h 8524370"/>
              <a:gd name="csX7" fmla="*/ 405751 w 463715"/>
              <a:gd name="csY7" fmla="*/ 8524370 h 8524370"/>
              <a:gd name="csX8" fmla="*/ 0 w 463715"/>
              <a:gd name="csY8" fmla="*/ 8524370 h 8524370"/>
              <a:gd name="csX9" fmla="*/ 0 w 463715"/>
              <a:gd name="csY9" fmla="*/ 8408441 h 8524370"/>
              <a:gd name="csX0" fmla="*/ 1251284 w 1714999"/>
              <a:gd name="csY0" fmla="*/ 8408441 h 8524373"/>
              <a:gd name="csX1" fmla="*/ 1541106 w 1714999"/>
              <a:gd name="csY1" fmla="*/ 8408441 h 8524373"/>
              <a:gd name="csX2" fmla="*/ 1541106 w 1714999"/>
              <a:gd name="csY2" fmla="*/ 115929 h 8524373"/>
              <a:gd name="csX3" fmla="*/ 1483142 w 1714999"/>
              <a:gd name="csY3" fmla="*/ 115929 h 8524373"/>
              <a:gd name="csX4" fmla="*/ 1599070 w 1714999"/>
              <a:gd name="csY4" fmla="*/ 0 h 8524373"/>
              <a:gd name="csX5" fmla="*/ 1714999 w 1714999"/>
              <a:gd name="csY5" fmla="*/ 115929 h 8524373"/>
              <a:gd name="csX6" fmla="*/ 1657035 w 1714999"/>
              <a:gd name="csY6" fmla="*/ 115929 h 8524373"/>
              <a:gd name="csX7" fmla="*/ 1657035 w 1714999"/>
              <a:gd name="csY7" fmla="*/ 8524370 h 8524373"/>
              <a:gd name="csX8" fmla="*/ 0 w 1714999"/>
              <a:gd name="csY8" fmla="*/ 8524373 h 8524373"/>
              <a:gd name="csX9" fmla="*/ 1251284 w 1714999"/>
              <a:gd name="csY9" fmla="*/ 8408441 h 8524373"/>
              <a:gd name="csX0" fmla="*/ 32084 w 1714999"/>
              <a:gd name="csY0" fmla="*/ 8408441 h 8524373"/>
              <a:gd name="csX1" fmla="*/ 1541106 w 1714999"/>
              <a:gd name="csY1" fmla="*/ 8408441 h 8524373"/>
              <a:gd name="csX2" fmla="*/ 1541106 w 1714999"/>
              <a:gd name="csY2" fmla="*/ 115929 h 8524373"/>
              <a:gd name="csX3" fmla="*/ 1483142 w 1714999"/>
              <a:gd name="csY3" fmla="*/ 115929 h 8524373"/>
              <a:gd name="csX4" fmla="*/ 1599070 w 1714999"/>
              <a:gd name="csY4" fmla="*/ 0 h 8524373"/>
              <a:gd name="csX5" fmla="*/ 1714999 w 1714999"/>
              <a:gd name="csY5" fmla="*/ 115929 h 8524373"/>
              <a:gd name="csX6" fmla="*/ 1657035 w 1714999"/>
              <a:gd name="csY6" fmla="*/ 115929 h 8524373"/>
              <a:gd name="csX7" fmla="*/ 1657035 w 1714999"/>
              <a:gd name="csY7" fmla="*/ 8524370 h 8524373"/>
              <a:gd name="csX8" fmla="*/ 0 w 1714999"/>
              <a:gd name="csY8" fmla="*/ 8524373 h 8524373"/>
              <a:gd name="csX9" fmla="*/ 32084 w 1714999"/>
              <a:gd name="csY9" fmla="*/ 8408441 h 8524373"/>
              <a:gd name="csX0" fmla="*/ 16042 w 1714999"/>
              <a:gd name="csY0" fmla="*/ 8408441 h 8524373"/>
              <a:gd name="csX1" fmla="*/ 1541106 w 1714999"/>
              <a:gd name="csY1" fmla="*/ 8408441 h 8524373"/>
              <a:gd name="csX2" fmla="*/ 1541106 w 1714999"/>
              <a:gd name="csY2" fmla="*/ 115929 h 8524373"/>
              <a:gd name="csX3" fmla="*/ 1483142 w 1714999"/>
              <a:gd name="csY3" fmla="*/ 115929 h 8524373"/>
              <a:gd name="csX4" fmla="*/ 1599070 w 1714999"/>
              <a:gd name="csY4" fmla="*/ 0 h 8524373"/>
              <a:gd name="csX5" fmla="*/ 1714999 w 1714999"/>
              <a:gd name="csY5" fmla="*/ 115929 h 8524373"/>
              <a:gd name="csX6" fmla="*/ 1657035 w 1714999"/>
              <a:gd name="csY6" fmla="*/ 115929 h 8524373"/>
              <a:gd name="csX7" fmla="*/ 1657035 w 1714999"/>
              <a:gd name="csY7" fmla="*/ 8524370 h 8524373"/>
              <a:gd name="csX8" fmla="*/ 0 w 1714999"/>
              <a:gd name="csY8" fmla="*/ 8524373 h 8524373"/>
              <a:gd name="csX9" fmla="*/ 16042 w 1714999"/>
              <a:gd name="csY9" fmla="*/ 8408441 h 8524373"/>
              <a:gd name="csX0" fmla="*/ 0 w 1747083"/>
              <a:gd name="csY0" fmla="*/ 8408441 h 8524373"/>
              <a:gd name="csX1" fmla="*/ 1573190 w 1747083"/>
              <a:gd name="csY1" fmla="*/ 8408441 h 8524373"/>
              <a:gd name="csX2" fmla="*/ 1573190 w 1747083"/>
              <a:gd name="csY2" fmla="*/ 115929 h 8524373"/>
              <a:gd name="csX3" fmla="*/ 1515226 w 1747083"/>
              <a:gd name="csY3" fmla="*/ 115929 h 8524373"/>
              <a:gd name="csX4" fmla="*/ 1631154 w 1747083"/>
              <a:gd name="csY4" fmla="*/ 0 h 8524373"/>
              <a:gd name="csX5" fmla="*/ 1747083 w 1747083"/>
              <a:gd name="csY5" fmla="*/ 115929 h 8524373"/>
              <a:gd name="csX6" fmla="*/ 1689119 w 1747083"/>
              <a:gd name="csY6" fmla="*/ 115929 h 8524373"/>
              <a:gd name="csX7" fmla="*/ 1689119 w 1747083"/>
              <a:gd name="csY7" fmla="*/ 8524370 h 8524373"/>
              <a:gd name="csX8" fmla="*/ 32084 w 1747083"/>
              <a:gd name="csY8" fmla="*/ 8524373 h 8524373"/>
              <a:gd name="csX9" fmla="*/ 0 w 1747083"/>
              <a:gd name="csY9" fmla="*/ 8408441 h 8524373"/>
              <a:gd name="csX0" fmla="*/ 16043 w 1714999"/>
              <a:gd name="csY0" fmla="*/ 8408441 h 8524373"/>
              <a:gd name="csX1" fmla="*/ 1541106 w 1714999"/>
              <a:gd name="csY1" fmla="*/ 8408441 h 8524373"/>
              <a:gd name="csX2" fmla="*/ 1541106 w 1714999"/>
              <a:gd name="csY2" fmla="*/ 115929 h 8524373"/>
              <a:gd name="csX3" fmla="*/ 1483142 w 1714999"/>
              <a:gd name="csY3" fmla="*/ 115929 h 8524373"/>
              <a:gd name="csX4" fmla="*/ 1599070 w 1714999"/>
              <a:gd name="csY4" fmla="*/ 0 h 8524373"/>
              <a:gd name="csX5" fmla="*/ 1714999 w 1714999"/>
              <a:gd name="csY5" fmla="*/ 115929 h 8524373"/>
              <a:gd name="csX6" fmla="*/ 1657035 w 1714999"/>
              <a:gd name="csY6" fmla="*/ 115929 h 8524373"/>
              <a:gd name="csX7" fmla="*/ 1657035 w 1714999"/>
              <a:gd name="csY7" fmla="*/ 8524370 h 8524373"/>
              <a:gd name="csX8" fmla="*/ 0 w 1714999"/>
              <a:gd name="csY8" fmla="*/ 8524373 h 8524373"/>
              <a:gd name="csX9" fmla="*/ 16043 w 1714999"/>
              <a:gd name="csY9" fmla="*/ 8408441 h 85243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14999" h="8524373">
                <a:moveTo>
                  <a:pt x="16043" y="8408441"/>
                </a:moveTo>
                <a:lnTo>
                  <a:pt x="1541106" y="8408441"/>
                </a:lnTo>
                <a:lnTo>
                  <a:pt x="1541106" y="115929"/>
                </a:lnTo>
                <a:lnTo>
                  <a:pt x="1483142" y="115929"/>
                </a:lnTo>
                <a:lnTo>
                  <a:pt x="1599070" y="0"/>
                </a:lnTo>
                <a:lnTo>
                  <a:pt x="1714999" y="115929"/>
                </a:lnTo>
                <a:lnTo>
                  <a:pt x="1657035" y="115929"/>
                </a:lnTo>
                <a:lnTo>
                  <a:pt x="1657035" y="8524370"/>
                </a:lnTo>
                <a:lnTo>
                  <a:pt x="0" y="8524373"/>
                </a:lnTo>
                <a:lnTo>
                  <a:pt x="16043" y="8408441"/>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Bent 29">
            <a:extLst>
              <a:ext uri="{FF2B5EF4-FFF2-40B4-BE49-F238E27FC236}">
                <a16:creationId xmlns:a16="http://schemas.microsoft.com/office/drawing/2014/main" id="{B94D2E5C-4949-725B-DDE9-CAED3137D3EA}"/>
              </a:ext>
            </a:extLst>
          </p:cNvPr>
          <p:cNvSpPr/>
          <p:nvPr/>
        </p:nvSpPr>
        <p:spPr>
          <a:xfrm rot="4731190">
            <a:off x="3213210" y="785520"/>
            <a:ext cx="291043" cy="451769"/>
          </a:xfrm>
          <a:prstGeom prst="ben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Arrow: Bent 31">
            <a:extLst>
              <a:ext uri="{FF2B5EF4-FFF2-40B4-BE49-F238E27FC236}">
                <a16:creationId xmlns:a16="http://schemas.microsoft.com/office/drawing/2014/main" id="{506BF868-C5E6-1E3E-1E4B-FEE595A2FD0E}"/>
              </a:ext>
            </a:extLst>
          </p:cNvPr>
          <p:cNvSpPr/>
          <p:nvPr/>
        </p:nvSpPr>
        <p:spPr>
          <a:xfrm rot="4731190">
            <a:off x="9187255" y="1865648"/>
            <a:ext cx="291043" cy="451769"/>
          </a:xfrm>
          <a:prstGeom prst="ben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TextBox 32">
            <a:extLst>
              <a:ext uri="{FF2B5EF4-FFF2-40B4-BE49-F238E27FC236}">
                <a16:creationId xmlns:a16="http://schemas.microsoft.com/office/drawing/2014/main" id="{2338A1B1-28F4-6CC6-A1B1-42640C5A1EE0}"/>
              </a:ext>
            </a:extLst>
          </p:cNvPr>
          <p:cNvSpPr txBox="1">
            <a:spLocks/>
          </p:cNvSpPr>
          <p:nvPr/>
        </p:nvSpPr>
        <p:spPr>
          <a:xfrm>
            <a:off x="3411054" y="-8083"/>
            <a:ext cx="10562520" cy="830997"/>
          </a:xfrm>
          <a:prstGeom prst="rect">
            <a:avLst/>
          </a:prstGeom>
          <a:noFill/>
        </p:spPr>
        <p:txBody>
          <a:bodyPr wrap="square" rtlCol="0">
            <a:spAutoFit/>
          </a:bodyPr>
          <a:lstStyle/>
          <a:p>
            <a:r>
              <a:rPr lang="en-US" sz="4800" b="1" dirty="0">
                <a:latin typeface="+mj-lt"/>
              </a:rPr>
              <a:t>Scrum Events Across the SDLC</a:t>
            </a:r>
          </a:p>
        </p:txBody>
      </p:sp>
      <p:cxnSp>
        <p:nvCxnSpPr>
          <p:cNvPr id="38" name="Straight Arrow Connector 37">
            <a:extLst>
              <a:ext uri="{FF2B5EF4-FFF2-40B4-BE49-F238E27FC236}">
                <a16:creationId xmlns:a16="http://schemas.microsoft.com/office/drawing/2014/main" id="{C0250AB4-5B54-658C-3B84-14595DC92A52}"/>
              </a:ext>
            </a:extLst>
          </p:cNvPr>
          <p:cNvCxnSpPr/>
          <p:nvPr/>
        </p:nvCxnSpPr>
        <p:spPr>
          <a:xfrm>
            <a:off x="431950" y="1162193"/>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C7AE6C7F-8196-3151-52F7-9C627C6F858D}"/>
              </a:ext>
            </a:extLst>
          </p:cNvPr>
          <p:cNvCxnSpPr/>
          <p:nvPr/>
        </p:nvCxnSpPr>
        <p:spPr>
          <a:xfrm>
            <a:off x="3370347" y="1791248"/>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7097C0A-93B7-B81D-9143-9FE3F5F089A7}"/>
              </a:ext>
            </a:extLst>
          </p:cNvPr>
          <p:cNvCxnSpPr/>
          <p:nvPr/>
        </p:nvCxnSpPr>
        <p:spPr>
          <a:xfrm>
            <a:off x="6482514" y="2402743"/>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8B4C06AD-17CC-C310-2027-F5A5A1410ABF}"/>
              </a:ext>
            </a:extLst>
          </p:cNvPr>
          <p:cNvCxnSpPr/>
          <p:nvPr/>
        </p:nvCxnSpPr>
        <p:spPr>
          <a:xfrm>
            <a:off x="9582533" y="2916090"/>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C9AA05EB-71C1-0A42-9607-0CFFFE43489C}"/>
              </a:ext>
            </a:extLst>
          </p:cNvPr>
          <p:cNvCxnSpPr/>
          <p:nvPr/>
        </p:nvCxnSpPr>
        <p:spPr>
          <a:xfrm>
            <a:off x="1921046" y="4424048"/>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5899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0B9192A1-6E2C-2AB7-285F-02798E6345A5}"/>
              </a:ext>
            </a:extLst>
          </p:cNvPr>
          <p:cNvSpPr/>
          <p:nvPr/>
        </p:nvSpPr>
        <p:spPr>
          <a:xfrm>
            <a:off x="208547" y="5610729"/>
            <a:ext cx="11774906" cy="1295398"/>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B40523-973F-30C0-DDAB-1D819C4285C0}"/>
              </a:ext>
            </a:extLst>
          </p:cNvPr>
          <p:cNvSpPr>
            <a:spLocks noGrp="1"/>
          </p:cNvSpPr>
          <p:nvPr>
            <p:ph idx="1"/>
          </p:nvPr>
        </p:nvSpPr>
        <p:spPr>
          <a:xfrm>
            <a:off x="602990" y="5807243"/>
            <a:ext cx="11117179" cy="866273"/>
          </a:xfrm>
        </p:spPr>
        <p:txBody>
          <a:bodyPr>
            <a:noAutofit/>
          </a:bodyPr>
          <a:lstStyle/>
          <a:p>
            <a:pPr marL="0" indent="0">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Waterfall emphasizes sequential development, with each phase largely completed before the next begins. This provides structure and predictability but makes later changes more difficult to incorporate.</a:t>
            </a:r>
          </a:p>
          <a:p>
            <a:pPr marL="0" indent="0" algn="r">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(Mishra &amp; Alzoubi, 2023; Kavlakoglu, 2024)</a:t>
            </a:r>
          </a:p>
        </p:txBody>
      </p:sp>
      <p:sp>
        <p:nvSpPr>
          <p:cNvPr id="8" name="Rectangle 7">
            <a:extLst>
              <a:ext uri="{FF2B5EF4-FFF2-40B4-BE49-F238E27FC236}">
                <a16:creationId xmlns:a16="http://schemas.microsoft.com/office/drawing/2014/main" id="{121BB160-7211-34E7-AA9C-AEF49AB0EF72}"/>
              </a:ext>
            </a:extLst>
          </p:cNvPr>
          <p:cNvSpPr/>
          <p:nvPr/>
        </p:nvSpPr>
        <p:spPr>
          <a:xfrm>
            <a:off x="89642" y="184484"/>
            <a:ext cx="5807242" cy="10868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1900" b="1" dirty="0">
                <a:solidFill>
                  <a:schemeClr val="bg1">
                    <a:lumMod val="95000"/>
                    <a:lumOff val="5000"/>
                  </a:schemeClr>
                </a:solidFill>
                <a:latin typeface="Times New Roman" panose="02020603050405020304" pitchFamily="18" charset="0"/>
                <a:cs typeface="Times New Roman" panose="02020603050405020304" pitchFamily="18" charset="0"/>
              </a:rPr>
              <a:t>Requirements : Define the Project</a:t>
            </a:r>
          </a:p>
          <a:p>
            <a:pPr marL="285750" indent="-285750">
              <a:buFont typeface="Arial" panose="020B0604020202020204" pitchFamily="34" charset="0"/>
              <a:buChar char="•"/>
            </a:pPr>
            <a:r>
              <a:rPr lang="en-US" sz="1700" dirty="0">
                <a:solidFill>
                  <a:schemeClr val="bg1">
                    <a:lumMod val="95000"/>
                    <a:lumOff val="5000"/>
                  </a:schemeClr>
                </a:solidFill>
                <a:latin typeface="Times New Roman" panose="02020603050405020304" pitchFamily="18" charset="0"/>
                <a:cs typeface="Times New Roman" panose="02020603050405020304" pitchFamily="18" charset="0"/>
              </a:rPr>
              <a:t>Gather and document requirements upfront </a:t>
            </a:r>
          </a:p>
          <a:p>
            <a:pPr marL="285750" indent="-285750">
              <a:buFont typeface="Arial" panose="020B0604020202020204" pitchFamily="34" charset="0"/>
              <a:buChar char="•"/>
            </a:pPr>
            <a:r>
              <a:rPr lang="en-US" sz="1700" dirty="0">
                <a:solidFill>
                  <a:schemeClr val="bg1">
                    <a:lumMod val="95000"/>
                    <a:lumOff val="5000"/>
                  </a:schemeClr>
                </a:solidFill>
                <a:latin typeface="Times New Roman" panose="02020603050405020304" pitchFamily="18" charset="0"/>
                <a:cs typeface="Times New Roman" panose="02020603050405020304" pitchFamily="18" charset="0"/>
              </a:rPr>
              <a:t>Establish project scope and expectations</a:t>
            </a:r>
          </a:p>
          <a:p>
            <a:pPr marL="285750" indent="-285750">
              <a:buFont typeface="Arial" panose="020B0604020202020204" pitchFamily="34" charset="0"/>
              <a:buChar char="•"/>
            </a:pPr>
            <a:r>
              <a:rPr lang="en-US" sz="1700" dirty="0">
                <a:solidFill>
                  <a:schemeClr val="bg1">
                    <a:lumMod val="95000"/>
                    <a:lumOff val="5000"/>
                  </a:schemeClr>
                </a:solidFill>
                <a:latin typeface="Times New Roman" panose="02020603050405020304" pitchFamily="18" charset="0"/>
                <a:cs typeface="Times New Roman" panose="02020603050405020304" pitchFamily="18" charset="0"/>
              </a:rPr>
              <a:t>Changes become more difficult after development progresses</a:t>
            </a:r>
          </a:p>
        </p:txBody>
      </p:sp>
      <p:sp>
        <p:nvSpPr>
          <p:cNvPr id="10" name="Rectangle 9">
            <a:extLst>
              <a:ext uri="{FF2B5EF4-FFF2-40B4-BE49-F238E27FC236}">
                <a16:creationId xmlns:a16="http://schemas.microsoft.com/office/drawing/2014/main" id="{0CD11353-AE7C-218E-6FF4-96672C2BAC29}"/>
              </a:ext>
            </a:extLst>
          </p:cNvPr>
          <p:cNvSpPr/>
          <p:nvPr/>
        </p:nvSpPr>
        <p:spPr>
          <a:xfrm>
            <a:off x="1649736" y="1377869"/>
            <a:ext cx="5807243" cy="10828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sz="1900" b="1" dirty="0">
                <a:solidFill>
                  <a:schemeClr val="bg1">
                    <a:lumMod val="95000"/>
                    <a:lumOff val="5000"/>
                  </a:schemeClr>
                </a:solidFill>
                <a:latin typeface="Times New Roman" panose="02020603050405020304" pitchFamily="18" charset="0"/>
                <a:cs typeface="Times New Roman" panose="02020603050405020304" pitchFamily="18" charset="0"/>
              </a:rPr>
              <a:t>Design : Plan the Solution</a:t>
            </a:r>
          </a:p>
          <a:p>
            <a:pPr marL="285750" indent="-285750">
              <a:buFont typeface="Arial" panose="020B0604020202020204" pitchFamily="34" charset="0"/>
              <a:buChar char="•"/>
            </a:pPr>
            <a:r>
              <a:rPr lang="en-US" sz="1700" dirty="0">
                <a:solidFill>
                  <a:schemeClr val="bg1">
                    <a:lumMod val="95000"/>
                    <a:lumOff val="5000"/>
                  </a:schemeClr>
                </a:solidFill>
                <a:latin typeface="Times New Roman" panose="02020603050405020304" pitchFamily="18" charset="0"/>
                <a:cs typeface="Times New Roman" panose="02020603050405020304" pitchFamily="18" charset="0"/>
              </a:rPr>
              <a:t>Define system architecture and specifications </a:t>
            </a:r>
          </a:p>
          <a:p>
            <a:pPr marL="285750" indent="-285750">
              <a:buFont typeface="Arial" panose="020B0604020202020204" pitchFamily="34" charset="0"/>
              <a:buChar char="•"/>
            </a:pPr>
            <a:r>
              <a:rPr lang="en-US" sz="1700" dirty="0">
                <a:solidFill>
                  <a:schemeClr val="bg1">
                    <a:lumMod val="95000"/>
                    <a:lumOff val="5000"/>
                  </a:schemeClr>
                </a:solidFill>
                <a:latin typeface="Times New Roman" panose="02020603050405020304" pitchFamily="18" charset="0"/>
                <a:cs typeface="Times New Roman" panose="02020603050405020304" pitchFamily="18" charset="0"/>
              </a:rPr>
              <a:t>Create the design before implementation begins</a:t>
            </a:r>
          </a:p>
          <a:p>
            <a:pPr marL="285750" indent="-285750">
              <a:buFont typeface="Arial" panose="020B0604020202020204" pitchFamily="34" charset="0"/>
              <a:buChar char="•"/>
            </a:pPr>
            <a:r>
              <a:rPr lang="en-US" sz="1700" dirty="0">
                <a:solidFill>
                  <a:schemeClr val="bg1">
                    <a:lumMod val="95000"/>
                    <a:lumOff val="5000"/>
                  </a:schemeClr>
                </a:solidFill>
                <a:latin typeface="Times New Roman" panose="02020603050405020304" pitchFamily="18" charset="0"/>
                <a:cs typeface="Times New Roman" panose="02020603050405020304" pitchFamily="18" charset="0"/>
              </a:rPr>
              <a:t>Prepare technical specifications for development</a:t>
            </a:r>
          </a:p>
        </p:txBody>
      </p:sp>
      <p:sp>
        <p:nvSpPr>
          <p:cNvPr id="12" name="Rectangle 11">
            <a:extLst>
              <a:ext uri="{FF2B5EF4-FFF2-40B4-BE49-F238E27FC236}">
                <a16:creationId xmlns:a16="http://schemas.microsoft.com/office/drawing/2014/main" id="{5965920B-C168-E21E-FB30-C228DEF2BAD0}"/>
              </a:ext>
            </a:extLst>
          </p:cNvPr>
          <p:cNvSpPr/>
          <p:nvPr/>
        </p:nvSpPr>
        <p:spPr>
          <a:xfrm>
            <a:off x="3169503" y="2534160"/>
            <a:ext cx="5815264" cy="9444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Development : Build the Product</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Implement the approved design</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Complete development according to established requirements</a:t>
            </a:r>
          </a:p>
        </p:txBody>
      </p:sp>
      <p:sp>
        <p:nvSpPr>
          <p:cNvPr id="14" name="Rectangle 13">
            <a:extLst>
              <a:ext uri="{FF2B5EF4-FFF2-40B4-BE49-F238E27FC236}">
                <a16:creationId xmlns:a16="http://schemas.microsoft.com/office/drawing/2014/main" id="{A9525440-0884-D41B-F5DD-61F2D1BD1D93}"/>
              </a:ext>
            </a:extLst>
          </p:cNvPr>
          <p:cNvSpPr/>
          <p:nvPr/>
        </p:nvSpPr>
        <p:spPr>
          <a:xfrm>
            <a:off x="4868073" y="3574386"/>
            <a:ext cx="5815264" cy="11149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Testing : Verify the Project</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Test the developed system against requirements</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Identify defects after implementation</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Corrections may require returning to earlier work</a:t>
            </a:r>
          </a:p>
        </p:txBody>
      </p:sp>
      <p:sp>
        <p:nvSpPr>
          <p:cNvPr id="16" name="Rectangle 15">
            <a:extLst>
              <a:ext uri="{FF2B5EF4-FFF2-40B4-BE49-F238E27FC236}">
                <a16:creationId xmlns:a16="http://schemas.microsoft.com/office/drawing/2014/main" id="{F7A97745-6948-FAAC-BEB8-79BA61C3F57E}"/>
              </a:ext>
            </a:extLst>
          </p:cNvPr>
          <p:cNvSpPr/>
          <p:nvPr/>
        </p:nvSpPr>
        <p:spPr>
          <a:xfrm>
            <a:off x="6081146" y="4809125"/>
            <a:ext cx="5807243" cy="8783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US" b="1" dirty="0">
                <a:solidFill>
                  <a:schemeClr val="bg1">
                    <a:lumMod val="95000"/>
                    <a:lumOff val="5000"/>
                  </a:schemeClr>
                </a:solidFill>
                <a:latin typeface="Times New Roman" panose="02020603050405020304" pitchFamily="18" charset="0"/>
                <a:cs typeface="Times New Roman" panose="02020603050405020304" pitchFamily="18" charset="0"/>
              </a:rPr>
              <a:t>Deployment &amp; Maintenance : Deliver and Support</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Release the completed product</a:t>
            </a:r>
          </a:p>
          <a:p>
            <a:pPr marL="285750" indent="-285750">
              <a:buFont typeface="Arial" panose="020B0604020202020204" pitchFamily="34" charset="0"/>
              <a:buChar char="•"/>
            </a:pPr>
            <a:r>
              <a:rPr lang="en-US" sz="1600" dirty="0">
                <a:solidFill>
                  <a:schemeClr val="bg1">
                    <a:lumMod val="95000"/>
                    <a:lumOff val="5000"/>
                  </a:schemeClr>
                </a:solidFill>
                <a:latin typeface="Times New Roman" panose="02020603050405020304" pitchFamily="18" charset="0"/>
                <a:cs typeface="Times New Roman" panose="02020603050405020304" pitchFamily="18" charset="0"/>
              </a:rPr>
              <a:t>Maintain the system and address issues after deployment</a:t>
            </a:r>
          </a:p>
        </p:txBody>
      </p:sp>
      <p:sp>
        <p:nvSpPr>
          <p:cNvPr id="17" name="Arrow: Down 16">
            <a:extLst>
              <a:ext uri="{FF2B5EF4-FFF2-40B4-BE49-F238E27FC236}">
                <a16:creationId xmlns:a16="http://schemas.microsoft.com/office/drawing/2014/main" id="{CDC5EF14-A6FE-45E0-7288-3A2A1DB92F36}"/>
              </a:ext>
            </a:extLst>
          </p:cNvPr>
          <p:cNvSpPr/>
          <p:nvPr/>
        </p:nvSpPr>
        <p:spPr>
          <a:xfrm>
            <a:off x="5995031" y="942473"/>
            <a:ext cx="201938" cy="290771"/>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33" name="Arrow: Down 32">
            <a:extLst>
              <a:ext uri="{FF2B5EF4-FFF2-40B4-BE49-F238E27FC236}">
                <a16:creationId xmlns:a16="http://schemas.microsoft.com/office/drawing/2014/main" id="{412797DB-F2CA-E817-5B33-D0E0D6EF4909}"/>
              </a:ext>
            </a:extLst>
          </p:cNvPr>
          <p:cNvSpPr/>
          <p:nvPr/>
        </p:nvSpPr>
        <p:spPr>
          <a:xfrm>
            <a:off x="10836443" y="4361409"/>
            <a:ext cx="201938" cy="290771"/>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35" name="Arrow: Down 34">
            <a:extLst>
              <a:ext uri="{FF2B5EF4-FFF2-40B4-BE49-F238E27FC236}">
                <a16:creationId xmlns:a16="http://schemas.microsoft.com/office/drawing/2014/main" id="{0E98D938-2AEF-6CCE-6D7A-FF5B13CECA12}"/>
              </a:ext>
            </a:extLst>
          </p:cNvPr>
          <p:cNvSpPr/>
          <p:nvPr/>
        </p:nvSpPr>
        <p:spPr>
          <a:xfrm>
            <a:off x="9186706" y="3172060"/>
            <a:ext cx="201938" cy="290771"/>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37" name="Arrow: Down 36">
            <a:extLst>
              <a:ext uri="{FF2B5EF4-FFF2-40B4-BE49-F238E27FC236}">
                <a16:creationId xmlns:a16="http://schemas.microsoft.com/office/drawing/2014/main" id="{68F0A177-024D-3703-EB74-492A3CB5925B}"/>
              </a:ext>
            </a:extLst>
          </p:cNvPr>
          <p:cNvSpPr/>
          <p:nvPr/>
        </p:nvSpPr>
        <p:spPr>
          <a:xfrm>
            <a:off x="7674736" y="2123573"/>
            <a:ext cx="201938" cy="290771"/>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B1592219-A8F4-5D55-7D0F-2BDE4A3EE13B}"/>
              </a:ext>
            </a:extLst>
          </p:cNvPr>
          <p:cNvSpPr txBox="1"/>
          <p:nvPr/>
        </p:nvSpPr>
        <p:spPr>
          <a:xfrm>
            <a:off x="7971738" y="250529"/>
            <a:ext cx="4011715" cy="2308324"/>
          </a:xfrm>
          <a:prstGeom prst="rect">
            <a:avLst/>
          </a:prstGeom>
          <a:noFill/>
        </p:spPr>
        <p:txBody>
          <a:bodyPr wrap="square" rtlCol="0">
            <a:spAutoFit/>
          </a:bodyPr>
          <a:lstStyle/>
          <a:p>
            <a:pPr algn="ctr"/>
            <a:r>
              <a:rPr lang="en-US" sz="4800" b="1" dirty="0">
                <a:latin typeface="+mj-lt"/>
              </a:rPr>
              <a:t>Waterfall Development</a:t>
            </a:r>
          </a:p>
          <a:p>
            <a:pPr algn="ctr"/>
            <a:r>
              <a:rPr lang="en-US" sz="4800" b="1" dirty="0">
                <a:latin typeface="+mj-lt"/>
              </a:rPr>
              <a:t>Model</a:t>
            </a:r>
          </a:p>
        </p:txBody>
      </p:sp>
      <p:cxnSp>
        <p:nvCxnSpPr>
          <p:cNvPr id="39" name="Straight Arrow Connector 38">
            <a:extLst>
              <a:ext uri="{FF2B5EF4-FFF2-40B4-BE49-F238E27FC236}">
                <a16:creationId xmlns:a16="http://schemas.microsoft.com/office/drawing/2014/main" id="{23DF8D67-5C2D-EDE3-CF66-C60DA9A840E9}"/>
              </a:ext>
            </a:extLst>
          </p:cNvPr>
          <p:cNvCxnSpPr>
            <a:cxnSpLocks/>
          </p:cNvCxnSpPr>
          <p:nvPr/>
        </p:nvCxnSpPr>
        <p:spPr>
          <a:xfrm>
            <a:off x="1203158" y="509774"/>
            <a:ext cx="3545305"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1A2C1366-F4FF-280F-6F45-2494E00767ED}"/>
              </a:ext>
            </a:extLst>
          </p:cNvPr>
          <p:cNvCxnSpPr>
            <a:cxnSpLocks/>
          </p:cNvCxnSpPr>
          <p:nvPr/>
        </p:nvCxnSpPr>
        <p:spPr>
          <a:xfrm>
            <a:off x="6448926" y="5113859"/>
            <a:ext cx="5069306"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BC02A563-CDD9-0FF7-DB65-A603D53DBF9C}"/>
              </a:ext>
            </a:extLst>
          </p:cNvPr>
          <p:cNvCxnSpPr>
            <a:cxnSpLocks/>
          </p:cNvCxnSpPr>
          <p:nvPr/>
        </p:nvCxnSpPr>
        <p:spPr>
          <a:xfrm>
            <a:off x="6448926" y="3878617"/>
            <a:ext cx="273778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56C0DD1-0E1D-82BD-9D0A-F0ED1893F2AD}"/>
              </a:ext>
            </a:extLst>
          </p:cNvPr>
          <p:cNvCxnSpPr>
            <a:cxnSpLocks/>
          </p:cNvCxnSpPr>
          <p:nvPr/>
        </p:nvCxnSpPr>
        <p:spPr>
          <a:xfrm>
            <a:off x="3169503" y="1696890"/>
            <a:ext cx="2727381"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48B6F019-90B2-7E4C-1240-2055C706D1A9}"/>
              </a:ext>
            </a:extLst>
          </p:cNvPr>
          <p:cNvCxnSpPr>
            <a:cxnSpLocks/>
          </p:cNvCxnSpPr>
          <p:nvPr/>
        </p:nvCxnSpPr>
        <p:spPr>
          <a:xfrm>
            <a:off x="4443663" y="2916090"/>
            <a:ext cx="3231073"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91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46408BBA-F4D5-DA2D-D0C3-696CFB46CF5A}"/>
              </a:ext>
            </a:extLst>
          </p:cNvPr>
          <p:cNvSpPr/>
          <p:nvPr/>
        </p:nvSpPr>
        <p:spPr>
          <a:xfrm>
            <a:off x="123825" y="5325978"/>
            <a:ext cx="11944350" cy="1596179"/>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7E652F-527D-CAC0-1A4A-BFDFB068F668}"/>
              </a:ext>
            </a:extLst>
          </p:cNvPr>
          <p:cNvSpPr>
            <a:spLocks noGrp="1"/>
          </p:cNvSpPr>
          <p:nvPr>
            <p:ph idx="1"/>
          </p:nvPr>
        </p:nvSpPr>
        <p:spPr>
          <a:xfrm>
            <a:off x="467226" y="5684672"/>
            <a:ext cx="11257548" cy="955508"/>
          </a:xfrm>
        </p:spPr>
        <p:txBody>
          <a:bodyPr>
            <a:noAutofit/>
          </a:bodyPr>
          <a:lstStyle/>
          <a:p>
            <a:pPr marL="0" indent="0">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Neither methodology is universally superior; effectiveness depends on project requirements, uncertainty, stakeholder involvement, and the organization’s ability to adapt.</a:t>
            </a:r>
          </a:p>
          <a:p>
            <a:pPr marL="0" indent="0" algn="r">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(Mishra &amp; Alzoubi, 2023; Kavlakoglu, 2024; Umar &amp; Lano, 2024)</a:t>
            </a:r>
          </a:p>
        </p:txBody>
      </p:sp>
      <p:sp>
        <p:nvSpPr>
          <p:cNvPr id="8" name="TextBox 7">
            <a:extLst>
              <a:ext uri="{FF2B5EF4-FFF2-40B4-BE49-F238E27FC236}">
                <a16:creationId xmlns:a16="http://schemas.microsoft.com/office/drawing/2014/main" id="{908E76ED-3F91-BE51-0C4E-894C35F3B2C2}"/>
              </a:ext>
            </a:extLst>
          </p:cNvPr>
          <p:cNvSpPr txBox="1"/>
          <p:nvPr/>
        </p:nvSpPr>
        <p:spPr>
          <a:xfrm>
            <a:off x="2433385" y="0"/>
            <a:ext cx="7325230" cy="830997"/>
          </a:xfrm>
          <a:prstGeom prst="rect">
            <a:avLst/>
          </a:prstGeom>
          <a:noFill/>
        </p:spPr>
        <p:txBody>
          <a:bodyPr wrap="square" rtlCol="0">
            <a:spAutoFit/>
          </a:bodyPr>
          <a:lstStyle/>
          <a:p>
            <a:r>
              <a:rPr lang="en-US" sz="4800" b="1" dirty="0">
                <a:latin typeface="+mj-lt"/>
              </a:rPr>
              <a:t>Waterfall vs. Scrum-Agile</a:t>
            </a:r>
          </a:p>
        </p:txBody>
      </p:sp>
      <p:graphicFrame>
        <p:nvGraphicFramePr>
          <p:cNvPr id="10" name="Table 9">
            <a:extLst>
              <a:ext uri="{FF2B5EF4-FFF2-40B4-BE49-F238E27FC236}">
                <a16:creationId xmlns:a16="http://schemas.microsoft.com/office/drawing/2014/main" id="{3A42CC06-383B-F04B-6C63-37FF686D80FD}"/>
              </a:ext>
            </a:extLst>
          </p:cNvPr>
          <p:cNvGraphicFramePr>
            <a:graphicFrameLocks noGrp="1"/>
          </p:cNvGraphicFramePr>
          <p:nvPr>
            <p:extLst>
              <p:ext uri="{D42A27DB-BD31-4B8C-83A1-F6EECF244321}">
                <p14:modId xmlns:p14="http://schemas.microsoft.com/office/powerpoint/2010/main" val="505950189"/>
              </p:ext>
            </p:extLst>
          </p:nvPr>
        </p:nvGraphicFramePr>
        <p:xfrm>
          <a:off x="538413" y="921983"/>
          <a:ext cx="11115174" cy="4577222"/>
        </p:xfrm>
        <a:graphic>
          <a:graphicData uri="http://schemas.openxmlformats.org/drawingml/2006/table">
            <a:tbl>
              <a:tblPr firstRow="1" bandRow="1">
                <a:tableStyleId>{5C22544A-7EE6-4342-B048-85BDC9FD1C3A}</a:tableStyleId>
              </a:tblPr>
              <a:tblGrid>
                <a:gridCol w="2066847">
                  <a:extLst>
                    <a:ext uri="{9D8B030D-6E8A-4147-A177-3AD203B41FA5}">
                      <a16:colId xmlns:a16="http://schemas.microsoft.com/office/drawing/2014/main" val="581680209"/>
                    </a:ext>
                  </a:extLst>
                </a:gridCol>
                <a:gridCol w="4211983">
                  <a:extLst>
                    <a:ext uri="{9D8B030D-6E8A-4147-A177-3AD203B41FA5}">
                      <a16:colId xmlns:a16="http://schemas.microsoft.com/office/drawing/2014/main" val="1694622430"/>
                    </a:ext>
                  </a:extLst>
                </a:gridCol>
                <a:gridCol w="4836344">
                  <a:extLst>
                    <a:ext uri="{9D8B030D-6E8A-4147-A177-3AD203B41FA5}">
                      <a16:colId xmlns:a16="http://schemas.microsoft.com/office/drawing/2014/main" val="3005431168"/>
                    </a:ext>
                  </a:extLst>
                </a:gridCol>
              </a:tblGrid>
              <a:tr h="545260">
                <a:tc>
                  <a:txBody>
                    <a:bodyPr/>
                    <a:lstStyle/>
                    <a:p>
                      <a:endParaRPr lang="en-US" sz="2000" dirty="0">
                        <a:latin typeface="Times New Roman" panose="02020603050405020304" pitchFamily="18" charset="0"/>
                        <a:cs typeface="Times New Roman" panose="02020603050405020304" pitchFamily="18" charset="0"/>
                      </a:endParaRPr>
                    </a:p>
                  </a:txBody>
                  <a:tcPr>
                    <a:solidFill>
                      <a:schemeClr val="accent5">
                        <a:lumMod val="75000"/>
                      </a:schemeClr>
                    </a:solidFill>
                  </a:tcPr>
                </a:tc>
                <a:tc>
                  <a:txBody>
                    <a:bodyPr/>
                    <a:lstStyle/>
                    <a:p>
                      <a:pPr algn="ctr"/>
                      <a:r>
                        <a:rPr lang="en-US" sz="2800" dirty="0">
                          <a:solidFill>
                            <a:schemeClr val="bg1"/>
                          </a:solidFill>
                          <a:latin typeface="Times New Roman" panose="02020603050405020304" pitchFamily="18" charset="0"/>
                          <a:cs typeface="Times New Roman" panose="02020603050405020304" pitchFamily="18" charset="0"/>
                        </a:rPr>
                        <a:t>Waterfall</a:t>
                      </a:r>
                    </a:p>
                  </a:txBody>
                  <a:tcPr>
                    <a:solidFill>
                      <a:schemeClr val="accent5">
                        <a:lumMod val="75000"/>
                      </a:schemeClr>
                    </a:solidFill>
                  </a:tcPr>
                </a:tc>
                <a:tc>
                  <a:txBody>
                    <a:bodyPr/>
                    <a:lstStyle/>
                    <a:p>
                      <a:pPr algn="ctr"/>
                      <a:r>
                        <a:rPr lang="en-US" sz="2800" dirty="0">
                          <a:solidFill>
                            <a:schemeClr val="bg1"/>
                          </a:solidFill>
                          <a:latin typeface="Times New Roman" panose="02020603050405020304" pitchFamily="18" charset="0"/>
                          <a:cs typeface="Times New Roman" panose="02020603050405020304" pitchFamily="18" charset="0"/>
                        </a:rPr>
                        <a:t>Scrum-Agile</a:t>
                      </a:r>
                    </a:p>
                  </a:txBody>
                  <a:tcPr>
                    <a:solidFill>
                      <a:schemeClr val="accent5">
                        <a:lumMod val="75000"/>
                      </a:schemeClr>
                    </a:solidFill>
                  </a:tcPr>
                </a:tc>
                <a:extLst>
                  <a:ext uri="{0D108BD9-81ED-4DB2-BD59-A6C34878D82A}">
                    <a16:rowId xmlns:a16="http://schemas.microsoft.com/office/drawing/2014/main" val="3189755334"/>
                  </a:ext>
                </a:extLst>
              </a:tr>
              <a:tr h="605593">
                <a:tc>
                  <a:txBody>
                    <a:bodyPr/>
                    <a:lstStyle/>
                    <a:p>
                      <a:r>
                        <a:rPr lang="en-US" sz="1800" dirty="0">
                          <a:latin typeface="Times New Roman" panose="02020603050405020304" pitchFamily="18" charset="0"/>
                          <a:cs typeface="Times New Roman" panose="02020603050405020304" pitchFamily="18" charset="0"/>
                        </a:rPr>
                        <a:t>Requirements</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Defined extensively at the beginning</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Changes later can disrupt completed work</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Initial requirements establish direction</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Requirements can evolve as feedback is received</a:t>
                      </a:r>
                    </a:p>
                  </a:txBody>
                  <a:tcPr>
                    <a:solidFill>
                      <a:schemeClr val="accent1">
                        <a:lumMod val="40000"/>
                        <a:lumOff val="60000"/>
                      </a:schemeClr>
                    </a:solidFill>
                  </a:tcPr>
                </a:tc>
                <a:extLst>
                  <a:ext uri="{0D108BD9-81ED-4DB2-BD59-A6C34878D82A}">
                    <a16:rowId xmlns:a16="http://schemas.microsoft.com/office/drawing/2014/main" val="2261929375"/>
                  </a:ext>
                </a:extLst>
              </a:tr>
              <a:tr h="817891">
                <a:tc>
                  <a:txBody>
                    <a:bodyPr/>
                    <a:lstStyle/>
                    <a:p>
                      <a:r>
                        <a:rPr lang="en-US" sz="1800" dirty="0">
                          <a:latin typeface="Times New Roman" panose="02020603050405020304" pitchFamily="18" charset="0"/>
                          <a:cs typeface="Times New Roman" panose="02020603050405020304" pitchFamily="18" charset="0"/>
                        </a:rPr>
                        <a:t>Development</a:t>
                      </a:r>
                    </a:p>
                  </a:txBody>
                  <a:tcPr>
                    <a:solidFill>
                      <a:schemeClr val="accent5">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Progresses through sequential phases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Larger portions of the product may be completed before delivery</a:t>
                      </a:r>
                    </a:p>
                  </a:txBody>
                  <a:tcPr>
                    <a:solidFill>
                      <a:schemeClr val="accent5">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Development occurs iteratively</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Working increments provide value throughout development</a:t>
                      </a:r>
                    </a:p>
                  </a:txBody>
                  <a:tcPr>
                    <a:solidFill>
                      <a:schemeClr val="accent5">
                        <a:lumMod val="40000"/>
                        <a:lumOff val="60000"/>
                      </a:schemeClr>
                    </a:solidFill>
                  </a:tcPr>
                </a:tc>
                <a:extLst>
                  <a:ext uri="{0D108BD9-81ED-4DB2-BD59-A6C34878D82A}">
                    <a16:rowId xmlns:a16="http://schemas.microsoft.com/office/drawing/2014/main" val="641742394"/>
                  </a:ext>
                </a:extLst>
              </a:tr>
              <a:tr h="876187">
                <a:tc>
                  <a:txBody>
                    <a:bodyPr/>
                    <a:lstStyle/>
                    <a:p>
                      <a:r>
                        <a:rPr lang="en-US" sz="1800" dirty="0">
                          <a:latin typeface="Times New Roman" panose="02020603050405020304" pitchFamily="18" charset="0"/>
                          <a:cs typeface="Times New Roman" panose="02020603050405020304" pitchFamily="18" charset="0"/>
                        </a:rPr>
                        <a:t>Testing &amp; Feedback</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Testing generally follows development</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Stakeholder feedback may occur later in the lifecycle</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Testing and feedback occur throughout development process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Problems and misunderstandings can be identified earlier</a:t>
                      </a:r>
                    </a:p>
                  </a:txBody>
                  <a:tcPr>
                    <a:solidFill>
                      <a:schemeClr val="accent1">
                        <a:lumMod val="40000"/>
                        <a:lumOff val="60000"/>
                      </a:schemeClr>
                    </a:solidFill>
                  </a:tcPr>
                </a:tc>
                <a:extLst>
                  <a:ext uri="{0D108BD9-81ED-4DB2-BD59-A6C34878D82A}">
                    <a16:rowId xmlns:a16="http://schemas.microsoft.com/office/drawing/2014/main" val="2604315997"/>
                  </a:ext>
                </a:extLst>
              </a:tr>
              <a:tr h="817891">
                <a:tc>
                  <a:txBody>
                    <a:bodyPr/>
                    <a:lstStyle/>
                    <a:p>
                      <a:r>
                        <a:rPr lang="en-US" sz="1800" dirty="0">
                          <a:latin typeface="Times New Roman" panose="02020603050405020304" pitchFamily="18" charset="0"/>
                          <a:cs typeface="Times New Roman" panose="02020603050405020304" pitchFamily="18" charset="0"/>
                        </a:rPr>
                        <a:t>Managing Change</a:t>
                      </a:r>
                    </a:p>
                  </a:txBody>
                  <a:tcPr>
                    <a:solidFill>
                      <a:schemeClr val="accent5">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Changes can require revisiting earlier phases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Best suited to greater requirements stability</a:t>
                      </a:r>
                    </a:p>
                  </a:txBody>
                  <a:tcPr>
                    <a:solidFill>
                      <a:schemeClr val="accent5">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Backlog priorities can adapt to changing needs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Change can be incorporated between and during iterations as appropriate</a:t>
                      </a:r>
                    </a:p>
                  </a:txBody>
                  <a:tcPr>
                    <a:solidFill>
                      <a:schemeClr val="accent5">
                        <a:lumMod val="40000"/>
                        <a:lumOff val="60000"/>
                      </a:schemeClr>
                    </a:solidFill>
                  </a:tcPr>
                </a:tc>
                <a:extLst>
                  <a:ext uri="{0D108BD9-81ED-4DB2-BD59-A6C34878D82A}">
                    <a16:rowId xmlns:a16="http://schemas.microsoft.com/office/drawing/2014/main" val="2588356729"/>
                  </a:ext>
                </a:extLst>
              </a:tr>
              <a:tr h="817891">
                <a:tc>
                  <a:txBody>
                    <a:bodyPr/>
                    <a:lstStyle/>
                    <a:p>
                      <a:r>
                        <a:rPr lang="en-US" sz="1800" dirty="0">
                          <a:latin typeface="Times New Roman" panose="02020603050405020304" pitchFamily="18" charset="0"/>
                          <a:cs typeface="Times New Roman" panose="02020603050405020304" pitchFamily="18" charset="0"/>
                        </a:rPr>
                        <a:t>Team &amp; Stakeholder Interaction</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Roles and phases are more distinctly separated</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Communication often follows established project steps</a:t>
                      </a:r>
                    </a:p>
                  </a:txBody>
                  <a:tcPr>
                    <a:solidFill>
                      <a:schemeClr val="accent1">
                        <a:lumMod val="40000"/>
                        <a:lumOff val="60000"/>
                      </a:schemeClr>
                    </a:solidFill>
                  </a:tcPr>
                </a:tc>
                <a:tc>
                  <a:txBody>
                    <a:bodyPr/>
                    <a:lstStyle/>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Cross-functional collaboration is emphasized</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Frequent communication supports transparency and shared understanding</a:t>
                      </a:r>
                    </a:p>
                  </a:txBody>
                  <a:tcPr>
                    <a:solidFill>
                      <a:schemeClr val="accent1">
                        <a:lumMod val="40000"/>
                        <a:lumOff val="60000"/>
                      </a:schemeClr>
                    </a:solidFill>
                  </a:tcPr>
                </a:tc>
                <a:extLst>
                  <a:ext uri="{0D108BD9-81ED-4DB2-BD59-A6C34878D82A}">
                    <a16:rowId xmlns:a16="http://schemas.microsoft.com/office/drawing/2014/main" val="3663255748"/>
                  </a:ext>
                </a:extLst>
              </a:tr>
            </a:tbl>
          </a:graphicData>
        </a:graphic>
      </p:graphicFrame>
    </p:spTree>
    <p:extLst>
      <p:ext uri="{BB962C8B-B14F-4D97-AF65-F5344CB8AC3E}">
        <p14:creationId xmlns:p14="http://schemas.microsoft.com/office/powerpoint/2010/main" val="161925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DB904894-5E8E-85B2-308B-098F74F2DA64}"/>
              </a:ext>
            </a:extLst>
          </p:cNvPr>
          <p:cNvSpPr/>
          <p:nvPr/>
        </p:nvSpPr>
        <p:spPr>
          <a:xfrm>
            <a:off x="74012" y="5502442"/>
            <a:ext cx="12117987" cy="1355558"/>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A07A11F-D6F4-296C-9BB0-7A82D2D4909C}"/>
              </a:ext>
            </a:extLst>
          </p:cNvPr>
          <p:cNvSpPr>
            <a:spLocks noGrp="1"/>
          </p:cNvSpPr>
          <p:nvPr>
            <p:ph idx="1"/>
          </p:nvPr>
        </p:nvSpPr>
        <p:spPr>
          <a:xfrm>
            <a:off x="495619" y="5723021"/>
            <a:ext cx="11101138" cy="914399"/>
          </a:xfrm>
        </p:spPr>
        <p:txBody>
          <a:bodyPr>
            <a:noAutofit/>
          </a:bodyPr>
          <a:lstStyle/>
          <a:p>
            <a:pPr marL="0" indent="0">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The SNHU Travel pilot demonstrated the practical value of adaptability: the team could respond to a major business change while preserving completed work that remained valuable.</a:t>
            </a:r>
          </a:p>
          <a:p>
            <a:pPr marL="0" indent="0" algn="r">
              <a:buNone/>
            </a:pPr>
            <a:r>
              <a:rPr lang="en-US" sz="1800" dirty="0">
                <a:solidFill>
                  <a:schemeClr val="bg1">
                    <a:lumMod val="95000"/>
                    <a:lumOff val="5000"/>
                  </a:schemeClr>
                </a:solidFill>
                <a:latin typeface="Times New Roman" panose="02020603050405020304" pitchFamily="18" charset="0"/>
                <a:cs typeface="Times New Roman" panose="02020603050405020304" pitchFamily="18" charset="0"/>
              </a:rPr>
              <a:t>(Mishra &amp; Alzoubi, 2023; Umar &amp; Lano, 2024)</a:t>
            </a:r>
          </a:p>
        </p:txBody>
      </p:sp>
      <p:sp>
        <p:nvSpPr>
          <p:cNvPr id="9" name="TextBox 8">
            <a:extLst>
              <a:ext uri="{FF2B5EF4-FFF2-40B4-BE49-F238E27FC236}">
                <a16:creationId xmlns:a16="http://schemas.microsoft.com/office/drawing/2014/main" id="{2F9A2C02-4057-552A-DC79-BE2611E212D7}"/>
              </a:ext>
            </a:extLst>
          </p:cNvPr>
          <p:cNvSpPr txBox="1"/>
          <p:nvPr/>
        </p:nvSpPr>
        <p:spPr>
          <a:xfrm>
            <a:off x="2261936" y="-44849"/>
            <a:ext cx="8325853" cy="830997"/>
          </a:xfrm>
          <a:prstGeom prst="rect">
            <a:avLst/>
          </a:prstGeom>
          <a:noFill/>
        </p:spPr>
        <p:txBody>
          <a:bodyPr wrap="square">
            <a:spAutoFit/>
          </a:bodyPr>
          <a:lstStyle/>
          <a:p>
            <a:r>
              <a:rPr lang="en-US" sz="4800" b="1" dirty="0">
                <a:latin typeface="+mj-lt"/>
              </a:rPr>
              <a:t>SNHU Travel: Agile in Practice</a:t>
            </a:r>
          </a:p>
        </p:txBody>
      </p:sp>
      <p:sp>
        <p:nvSpPr>
          <p:cNvPr id="10" name="Rectangle: Rounded Corners 9">
            <a:extLst>
              <a:ext uri="{FF2B5EF4-FFF2-40B4-BE49-F238E27FC236}">
                <a16:creationId xmlns:a16="http://schemas.microsoft.com/office/drawing/2014/main" id="{B1F61394-4F37-FD0F-EED6-C361AAD89DA7}"/>
              </a:ext>
            </a:extLst>
          </p:cNvPr>
          <p:cNvSpPr/>
          <p:nvPr/>
        </p:nvSpPr>
        <p:spPr>
          <a:xfrm>
            <a:off x="74013" y="821204"/>
            <a:ext cx="3930042" cy="47244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bg1"/>
                </a:solidFill>
                <a:latin typeface="Times New Roman" panose="02020603050405020304" pitchFamily="18" charset="0"/>
                <a:cs typeface="Times New Roman" panose="02020603050405020304" pitchFamily="18" charset="0"/>
              </a:rPr>
              <a:t>The Change</a:t>
            </a:r>
          </a:p>
          <a:p>
            <a:pPr algn="ctr"/>
            <a:r>
              <a:rPr lang="en-US" sz="2000" i="1" dirty="0">
                <a:solidFill>
                  <a:schemeClr val="bg1"/>
                </a:solidFill>
                <a:latin typeface="Times New Roman" panose="02020603050405020304" pitchFamily="18" charset="0"/>
                <a:cs typeface="Times New Roman" panose="02020603050405020304" pitchFamily="18" charset="0"/>
              </a:rPr>
              <a:t>Business priorities shifted</a:t>
            </a:r>
          </a:p>
          <a:p>
            <a:pPr algn="ct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Original focus: general travel destinations</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New focus: detox and wellness travel</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Existing functionality still needed to be maintained</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Development remained on the same schedule</a:t>
            </a: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8F89E0C0-3D07-9341-2D94-9D671140D95F}"/>
              </a:ext>
            </a:extLst>
          </p:cNvPr>
          <p:cNvSpPr/>
          <p:nvPr/>
        </p:nvSpPr>
        <p:spPr>
          <a:xfrm>
            <a:off x="4130978" y="821204"/>
            <a:ext cx="3930043" cy="47244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bg1"/>
                </a:solidFill>
                <a:latin typeface="Times New Roman" panose="02020603050405020304" pitchFamily="18" charset="0"/>
                <a:cs typeface="Times New Roman" panose="02020603050405020304" pitchFamily="18" charset="0"/>
              </a:rPr>
              <a:t>Agile Response</a:t>
            </a:r>
          </a:p>
          <a:p>
            <a:pPr algn="ctr"/>
            <a:r>
              <a:rPr lang="en-US" sz="2000" i="1" dirty="0">
                <a:solidFill>
                  <a:schemeClr val="bg1"/>
                </a:solidFill>
                <a:latin typeface="Times New Roman" panose="02020603050405020304" pitchFamily="18" charset="0"/>
                <a:cs typeface="Times New Roman" panose="02020603050405020304" pitchFamily="18" charset="0"/>
              </a:rPr>
              <a:t>Inspect and adapt</a:t>
            </a:r>
          </a:p>
          <a:p>
            <a:pPr algn="ctr"/>
            <a:endParaRPr lang="en-US" i="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Product Owner clarified revised requirements</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Developer retained the existing slideshow functionality</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Destinations, images, and descriptions were updated</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Tester revised test cases for the new requirements</a:t>
            </a: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ED85F358-023D-11BA-48D1-0F2368383969}"/>
              </a:ext>
            </a:extLst>
          </p:cNvPr>
          <p:cNvSpPr/>
          <p:nvPr/>
        </p:nvSpPr>
        <p:spPr>
          <a:xfrm>
            <a:off x="8187944" y="821204"/>
            <a:ext cx="3930043" cy="47244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bg1"/>
                </a:solidFill>
                <a:latin typeface="Times New Roman" panose="02020603050405020304" pitchFamily="18" charset="0"/>
                <a:cs typeface="Times New Roman" panose="02020603050405020304" pitchFamily="18" charset="0"/>
              </a:rPr>
              <a:t>Result</a:t>
            </a:r>
          </a:p>
          <a:p>
            <a:pPr algn="ctr"/>
            <a:r>
              <a:rPr lang="en-US" sz="2000" i="1" dirty="0">
                <a:solidFill>
                  <a:schemeClr val="bg1"/>
                </a:solidFill>
                <a:latin typeface="Times New Roman" panose="02020603050405020304" pitchFamily="18" charset="0"/>
                <a:cs typeface="Times New Roman" panose="02020603050405020304" pitchFamily="18" charset="0"/>
              </a:rPr>
              <a:t>Preserve value while adapting</a:t>
            </a:r>
          </a:p>
          <a:p>
            <a:pPr algn="ctr"/>
            <a:endParaRPr lang="en-US" i="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Working functionality was not discarded</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Development continued toward the project goal</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Testing adapted alongside development</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 product changed direction without requiring a complete restart</a:t>
            </a: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81EE7903-7DC1-AFB7-EA40-676AA16CA49A}"/>
              </a:ext>
            </a:extLst>
          </p:cNvPr>
          <p:cNvSpPr/>
          <p:nvPr/>
        </p:nvSpPr>
        <p:spPr>
          <a:xfrm>
            <a:off x="2069433" y="4601333"/>
            <a:ext cx="7810112" cy="987436"/>
          </a:xfrm>
          <a:prstGeom prst="roundRect">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Waterfall Consideration:</a:t>
            </a:r>
          </a:p>
          <a:p>
            <a:r>
              <a:rPr lang="en-US" i="1" dirty="0">
                <a:solidFill>
                  <a:schemeClr val="bg1"/>
                </a:solidFill>
                <a:latin typeface="Times New Roman" panose="02020603050405020304" pitchFamily="18" charset="0"/>
                <a:cs typeface="Times New Roman" panose="02020603050405020304" pitchFamily="18" charset="0"/>
              </a:rPr>
              <a:t>With requirements and design largely established upfront, the same change could require revisiting completed phases and create additional downstream rework.</a:t>
            </a:r>
          </a:p>
        </p:txBody>
      </p:sp>
      <p:cxnSp>
        <p:nvCxnSpPr>
          <p:cNvPr id="16" name="Straight Arrow Connector 15">
            <a:extLst>
              <a:ext uri="{FF2B5EF4-FFF2-40B4-BE49-F238E27FC236}">
                <a16:creationId xmlns:a16="http://schemas.microsoft.com/office/drawing/2014/main" id="{F2C5CCCF-E0F7-5C6D-27C9-131BAECEBC2E}"/>
              </a:ext>
            </a:extLst>
          </p:cNvPr>
          <p:cNvCxnSpPr/>
          <p:nvPr/>
        </p:nvCxnSpPr>
        <p:spPr>
          <a:xfrm>
            <a:off x="835694" y="1809185"/>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F41C63B-65C7-AE3E-D2CD-AE5610637A23}"/>
              </a:ext>
            </a:extLst>
          </p:cNvPr>
          <p:cNvCxnSpPr/>
          <p:nvPr/>
        </p:nvCxnSpPr>
        <p:spPr>
          <a:xfrm>
            <a:off x="4991100" y="1821654"/>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6027B4D-D70C-6099-9FF3-F4AADED355F8}"/>
              </a:ext>
            </a:extLst>
          </p:cNvPr>
          <p:cNvCxnSpPr/>
          <p:nvPr/>
        </p:nvCxnSpPr>
        <p:spPr>
          <a:xfrm>
            <a:off x="9081336" y="1821654"/>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E9D0746-1FD5-F27E-9086-0B62CF95E83E}"/>
              </a:ext>
            </a:extLst>
          </p:cNvPr>
          <p:cNvCxnSpPr/>
          <p:nvPr/>
        </p:nvCxnSpPr>
        <p:spPr>
          <a:xfrm>
            <a:off x="4878304" y="4953438"/>
            <a:ext cx="220980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4907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5A0A4182-E89B-4B1B-916F-B5E5BE88290F}"/>
              </a:ext>
            </a:extLst>
          </p:cNvPr>
          <p:cNvSpPr/>
          <p:nvPr/>
        </p:nvSpPr>
        <p:spPr>
          <a:xfrm>
            <a:off x="105279" y="5566611"/>
            <a:ext cx="11959388" cy="1339516"/>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76D1F3-2715-D127-4F74-F326F6DEE657}"/>
              </a:ext>
            </a:extLst>
          </p:cNvPr>
          <p:cNvSpPr>
            <a:spLocks noGrp="1"/>
          </p:cNvSpPr>
          <p:nvPr>
            <p:ph idx="1"/>
          </p:nvPr>
        </p:nvSpPr>
        <p:spPr>
          <a:xfrm>
            <a:off x="1030706" y="5741840"/>
            <a:ext cx="9589170" cy="946485"/>
          </a:xfrm>
        </p:spPr>
        <p:txBody>
          <a:bodyPr>
            <a:noAutofit/>
          </a:bodyPr>
          <a:lstStyle/>
          <a:p>
            <a:pPr marL="0" indent="0">
              <a:buNone/>
            </a:pPr>
            <a:r>
              <a:rPr lang="en-US" sz="1800" dirty="0">
                <a:solidFill>
                  <a:schemeClr val="bg1"/>
                </a:solidFill>
                <a:latin typeface="Times New Roman" panose="02020603050405020304" pitchFamily="18" charset="0"/>
                <a:cs typeface="Times New Roman" panose="02020603050405020304" pitchFamily="18" charset="0"/>
              </a:rPr>
              <a:t>Scrum provided flexibility and transparency, but those benefits depended on communication, participation, and a team culture willing to adapt. </a:t>
            </a:r>
          </a:p>
          <a:p>
            <a:pPr marL="0" indent="0" algn="r">
              <a:buNone/>
            </a:pPr>
            <a:r>
              <a:rPr lang="en-US" sz="1800" dirty="0">
                <a:solidFill>
                  <a:schemeClr val="bg1"/>
                </a:solidFill>
                <a:latin typeface="Times New Roman" panose="02020603050405020304" pitchFamily="18" charset="0"/>
                <a:cs typeface="Times New Roman" panose="02020603050405020304" pitchFamily="18" charset="0"/>
              </a:rPr>
              <a:t>(Natarajan &amp; Pichai, 2024; Ozkan &amp; Gök, 2022)</a:t>
            </a:r>
          </a:p>
        </p:txBody>
      </p:sp>
      <p:sp>
        <p:nvSpPr>
          <p:cNvPr id="9" name="TextBox 8">
            <a:extLst>
              <a:ext uri="{FF2B5EF4-FFF2-40B4-BE49-F238E27FC236}">
                <a16:creationId xmlns:a16="http://schemas.microsoft.com/office/drawing/2014/main" id="{E647E998-7321-B35C-8FF7-8370FB6CD4B7}"/>
              </a:ext>
            </a:extLst>
          </p:cNvPr>
          <p:cNvSpPr txBox="1"/>
          <p:nvPr/>
        </p:nvSpPr>
        <p:spPr>
          <a:xfrm>
            <a:off x="2018298" y="169675"/>
            <a:ext cx="8133348" cy="830997"/>
          </a:xfrm>
          <a:prstGeom prst="rect">
            <a:avLst/>
          </a:prstGeom>
          <a:noFill/>
        </p:spPr>
        <p:txBody>
          <a:bodyPr wrap="square">
            <a:spAutoFit/>
          </a:bodyPr>
          <a:lstStyle/>
          <a:p>
            <a:r>
              <a:rPr lang="en-US" sz="4800" b="1" dirty="0">
                <a:latin typeface="Times New Roman" panose="02020603050405020304" pitchFamily="18" charset="0"/>
                <a:cs typeface="Times New Roman" panose="02020603050405020304" pitchFamily="18" charset="0"/>
              </a:rPr>
              <a:t>Lessons From the Scrum Pilot</a:t>
            </a:r>
          </a:p>
        </p:txBody>
      </p:sp>
      <p:sp>
        <p:nvSpPr>
          <p:cNvPr id="10" name="Rectangle: Rounded Corners 9">
            <a:extLst>
              <a:ext uri="{FF2B5EF4-FFF2-40B4-BE49-F238E27FC236}">
                <a16:creationId xmlns:a16="http://schemas.microsoft.com/office/drawing/2014/main" id="{2C62419A-01FD-BA32-B66F-7C20CB7CAE74}"/>
              </a:ext>
            </a:extLst>
          </p:cNvPr>
          <p:cNvSpPr/>
          <p:nvPr/>
        </p:nvSpPr>
        <p:spPr>
          <a:xfrm>
            <a:off x="127334" y="925452"/>
            <a:ext cx="5823284" cy="47163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bg1"/>
                </a:solidFill>
                <a:latin typeface="Times New Roman" panose="02020603050405020304" pitchFamily="18" charset="0"/>
                <a:cs typeface="Times New Roman" panose="02020603050405020304" pitchFamily="18" charset="0"/>
              </a:rPr>
              <a:t>Benefits Observed</a:t>
            </a:r>
          </a:p>
          <a:p>
            <a:pPr algn="ctr"/>
            <a:r>
              <a:rPr lang="en-US" sz="2000" i="1" dirty="0">
                <a:solidFill>
                  <a:schemeClr val="bg1"/>
                </a:solidFill>
                <a:latin typeface="Times New Roman" panose="02020603050405020304" pitchFamily="18" charset="0"/>
                <a:cs typeface="Times New Roman" panose="02020603050405020304" pitchFamily="18" charset="0"/>
              </a:rPr>
              <a:t>What Scrum Supported</a:t>
            </a:r>
          </a:p>
          <a:p>
            <a:pPr algn="ctr"/>
            <a:endParaRPr lang="en-US" sz="2200" b="1"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Adaptability – changing requirements could be incorporated without restarting development</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Early clarification – questions exposed ambiguous requirements before they created larger problems</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Continuous testing – testing evolved alongside requirements and development</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Cross-role collaboration – Product Owner, Developer, and Tester shared information throughout the project</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Preserved value – completed functionality could be reused when priorities changed</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Transparency – frequent communication kept changing work and expectations visible</a:t>
            </a:r>
          </a:p>
        </p:txBody>
      </p:sp>
      <p:sp>
        <p:nvSpPr>
          <p:cNvPr id="12" name="Rectangle: Rounded Corners 11">
            <a:extLst>
              <a:ext uri="{FF2B5EF4-FFF2-40B4-BE49-F238E27FC236}">
                <a16:creationId xmlns:a16="http://schemas.microsoft.com/office/drawing/2014/main" id="{8F46F998-B89E-A41D-7D74-3B98515F6EF2}"/>
              </a:ext>
            </a:extLst>
          </p:cNvPr>
          <p:cNvSpPr/>
          <p:nvPr/>
        </p:nvSpPr>
        <p:spPr>
          <a:xfrm>
            <a:off x="6192253" y="928565"/>
            <a:ext cx="5823284" cy="47132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bg1"/>
                </a:solidFill>
                <a:latin typeface="Times New Roman" panose="02020603050405020304" pitchFamily="18" charset="0"/>
                <a:cs typeface="Times New Roman" panose="02020603050405020304" pitchFamily="18" charset="0"/>
              </a:rPr>
              <a:t>Challenges Observed</a:t>
            </a:r>
          </a:p>
          <a:p>
            <a:pPr algn="ctr"/>
            <a:r>
              <a:rPr lang="en-US" sz="2000" i="1" dirty="0">
                <a:solidFill>
                  <a:schemeClr val="bg1"/>
                </a:solidFill>
                <a:latin typeface="Times New Roman" panose="02020603050405020304" pitchFamily="18" charset="0"/>
                <a:cs typeface="Times New Roman" panose="02020603050405020304" pitchFamily="18" charset="0"/>
              </a:rPr>
              <a:t>What Scrum Required</a:t>
            </a:r>
          </a:p>
          <a:p>
            <a:pPr algn="ctr"/>
            <a:endParaRPr lang="en-US" sz="2200" b="1"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Consistent communication – flexibility depends on information being shared quickly</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Active participation – Scrum events only provide value when team members engage</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Clear requirements – user stories can still contain ambiguity and require clarification</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Shared accountability – team members must communicate progress, impediments, and changes</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Effective facilitation – Scrum events need focus and timeboxing to remain productive</a:t>
            </a:r>
          </a:p>
          <a:p>
            <a:pPr marL="342900" indent="-3429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Cultural adjustment – self-management and shared knowledge can challenge teams accustomed to isolated or manager-directed work</a:t>
            </a:r>
          </a:p>
        </p:txBody>
      </p:sp>
      <p:cxnSp>
        <p:nvCxnSpPr>
          <p:cNvPr id="13" name="Straight Arrow Connector 12">
            <a:extLst>
              <a:ext uri="{FF2B5EF4-FFF2-40B4-BE49-F238E27FC236}">
                <a16:creationId xmlns:a16="http://schemas.microsoft.com/office/drawing/2014/main" id="{D56A0CB2-A4A4-DE43-1687-0FD3E5358C4B}"/>
              </a:ext>
            </a:extLst>
          </p:cNvPr>
          <p:cNvCxnSpPr>
            <a:cxnSpLocks/>
          </p:cNvCxnSpPr>
          <p:nvPr/>
        </p:nvCxnSpPr>
        <p:spPr>
          <a:xfrm>
            <a:off x="1203158" y="1857312"/>
            <a:ext cx="373781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CB3C095-9EA9-4721-EAFB-850C423685B5}"/>
              </a:ext>
            </a:extLst>
          </p:cNvPr>
          <p:cNvCxnSpPr>
            <a:cxnSpLocks/>
          </p:cNvCxnSpPr>
          <p:nvPr/>
        </p:nvCxnSpPr>
        <p:spPr>
          <a:xfrm>
            <a:off x="7188367" y="1857312"/>
            <a:ext cx="3976938"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9" name="Diamond 18">
            <a:extLst>
              <a:ext uri="{FF2B5EF4-FFF2-40B4-BE49-F238E27FC236}">
                <a16:creationId xmlns:a16="http://schemas.microsoft.com/office/drawing/2014/main" id="{BDEE9AD0-3300-38F2-7AC9-3AE231A881BA}"/>
              </a:ext>
            </a:extLst>
          </p:cNvPr>
          <p:cNvSpPr/>
          <p:nvPr/>
        </p:nvSpPr>
        <p:spPr>
          <a:xfrm>
            <a:off x="5227222" y="905763"/>
            <a:ext cx="1715501" cy="1454115"/>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900" dirty="0">
                <a:solidFill>
                  <a:schemeClr val="bg1"/>
                </a:solidFill>
                <a:latin typeface="Times New Roman" panose="02020603050405020304" pitchFamily="18" charset="0"/>
                <a:cs typeface="Times New Roman" panose="02020603050405020304" pitchFamily="18" charset="0"/>
              </a:rPr>
              <a:t>SNHU</a:t>
            </a:r>
          </a:p>
          <a:p>
            <a:pPr algn="ctr"/>
            <a:r>
              <a:rPr lang="en-US" sz="1900" dirty="0">
                <a:solidFill>
                  <a:schemeClr val="bg1"/>
                </a:solidFill>
                <a:latin typeface="Times New Roman" panose="02020603050405020304" pitchFamily="18" charset="0"/>
                <a:cs typeface="Times New Roman" panose="02020603050405020304" pitchFamily="18" charset="0"/>
              </a:rPr>
              <a:t>Travel Pilot</a:t>
            </a:r>
          </a:p>
        </p:txBody>
      </p:sp>
    </p:spTree>
    <p:extLst>
      <p:ext uri="{BB962C8B-B14F-4D97-AF65-F5344CB8AC3E}">
        <p14:creationId xmlns:p14="http://schemas.microsoft.com/office/powerpoint/2010/main" val="10006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57A63AD-A942-F882-E2DD-0A940093D6BE}"/>
              </a:ext>
            </a:extLst>
          </p:cNvPr>
          <p:cNvSpPr/>
          <p:nvPr/>
        </p:nvSpPr>
        <p:spPr>
          <a:xfrm>
            <a:off x="0" y="5598695"/>
            <a:ext cx="12018363" cy="1259305"/>
          </a:xfrm>
          <a:prstGeom prst="roundRect">
            <a:avLst/>
          </a:prstGeom>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D61518-A3A1-FC39-2248-59B691D739E5}"/>
              </a:ext>
            </a:extLst>
          </p:cNvPr>
          <p:cNvSpPr>
            <a:spLocks noGrp="1"/>
          </p:cNvSpPr>
          <p:nvPr>
            <p:ph idx="1"/>
          </p:nvPr>
        </p:nvSpPr>
        <p:spPr>
          <a:xfrm>
            <a:off x="456106" y="5840769"/>
            <a:ext cx="11279787" cy="1017231"/>
          </a:xfrm>
        </p:spPr>
        <p:txBody>
          <a:bodyPr>
            <a:normAutofit/>
          </a:bodyPr>
          <a:lstStyle/>
          <a:p>
            <a:pPr marL="0" indent="0">
              <a:buNone/>
            </a:pPr>
            <a:r>
              <a:rPr lang="en-US" sz="1800" dirty="0">
                <a:solidFill>
                  <a:schemeClr val="bg1"/>
                </a:solidFill>
                <a:latin typeface="Times New Roman" panose="02020603050405020304" pitchFamily="18" charset="0"/>
                <a:cs typeface="Times New Roman" panose="02020603050405020304" pitchFamily="18" charset="0"/>
              </a:rPr>
              <a:t>The question is not whether Agile is better than Waterfall; it is which approach best fits the project, the team, and the environment in which they must deliver value.</a:t>
            </a:r>
          </a:p>
          <a:p>
            <a:pPr marL="0" indent="0" algn="r">
              <a:buNone/>
            </a:pPr>
            <a:r>
              <a:rPr lang="en-US" sz="1800" dirty="0">
                <a:solidFill>
                  <a:schemeClr val="bg1"/>
                </a:solidFill>
                <a:latin typeface="Times New Roman" panose="02020603050405020304" pitchFamily="18" charset="0"/>
                <a:cs typeface="Times New Roman" panose="02020603050405020304" pitchFamily="18" charset="0"/>
              </a:rPr>
              <a:t>(Mishra &amp; Alzoubi, 2023; Ozkan &amp; Gök, 2022)</a:t>
            </a:r>
          </a:p>
        </p:txBody>
      </p:sp>
      <p:sp>
        <p:nvSpPr>
          <p:cNvPr id="9" name="TextBox 8">
            <a:extLst>
              <a:ext uri="{FF2B5EF4-FFF2-40B4-BE49-F238E27FC236}">
                <a16:creationId xmlns:a16="http://schemas.microsoft.com/office/drawing/2014/main" id="{0CF3E0C0-3240-0460-FC2B-F7EBD117D628}"/>
              </a:ext>
            </a:extLst>
          </p:cNvPr>
          <p:cNvSpPr txBox="1"/>
          <p:nvPr/>
        </p:nvSpPr>
        <p:spPr>
          <a:xfrm>
            <a:off x="128337" y="61754"/>
            <a:ext cx="12192000" cy="830997"/>
          </a:xfrm>
          <a:prstGeom prst="rect">
            <a:avLst/>
          </a:prstGeom>
          <a:noFill/>
        </p:spPr>
        <p:txBody>
          <a:bodyPr wrap="square">
            <a:spAutoFit/>
          </a:bodyPr>
          <a:lstStyle/>
          <a:p>
            <a:r>
              <a:rPr lang="en-US" sz="4800" b="1" dirty="0">
                <a:latin typeface="Times New Roman" panose="02020603050405020304" pitchFamily="18" charset="0"/>
                <a:cs typeface="Times New Roman" panose="02020603050405020304" pitchFamily="18" charset="0"/>
              </a:rPr>
              <a:t>Choosing the Right Approach for ChadaTech</a:t>
            </a:r>
          </a:p>
        </p:txBody>
      </p:sp>
      <p:sp>
        <p:nvSpPr>
          <p:cNvPr id="10" name="Rectangle 9">
            <a:extLst>
              <a:ext uri="{FF2B5EF4-FFF2-40B4-BE49-F238E27FC236}">
                <a16:creationId xmlns:a16="http://schemas.microsoft.com/office/drawing/2014/main" id="{12D85DCD-40F3-B844-7908-C16503D2F7AC}"/>
              </a:ext>
            </a:extLst>
          </p:cNvPr>
          <p:cNvSpPr/>
          <p:nvPr/>
        </p:nvSpPr>
        <p:spPr>
          <a:xfrm>
            <a:off x="323760" y="2969934"/>
            <a:ext cx="11544480" cy="27570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solidFill>
              <a:latin typeface="Times New Roman" panose="02020603050405020304" pitchFamily="18" charset="0"/>
              <a:cs typeface="Times New Roman" panose="02020603050405020304" pitchFamily="18" charset="0"/>
            </a:endParaRPr>
          </a:p>
          <a:p>
            <a:pPr algn="ctr"/>
            <a:r>
              <a:rPr lang="en-US" sz="2000" b="1" dirty="0">
                <a:solidFill>
                  <a:schemeClr val="bg1"/>
                </a:solidFill>
                <a:latin typeface="Times New Roman" panose="02020603050405020304" pitchFamily="18" charset="0"/>
                <a:cs typeface="Times New Roman" panose="02020603050405020304" pitchFamily="18" charset="0"/>
              </a:rPr>
              <a:t>Recommendation to ChadaTech:</a:t>
            </a:r>
          </a:p>
          <a:p>
            <a:pPr algn="ctr"/>
            <a:r>
              <a:rPr lang="en-US" sz="1600" dirty="0">
                <a:solidFill>
                  <a:schemeClr val="bg1"/>
                </a:solidFill>
                <a:latin typeface="Times New Roman" panose="02020603050405020304" pitchFamily="18" charset="0"/>
                <a:cs typeface="Times New Roman" panose="02020603050405020304" pitchFamily="18" charset="0"/>
              </a:rPr>
              <a:t>ChadaTech should continue expanding Scrum-Agile for projects with characteristics similar to SNHU Travel while selecting development methodologies according to each project’s individual needs.</a:t>
            </a:r>
          </a:p>
          <a:p>
            <a:pPr algn="ctr"/>
            <a:endParaRPr lang="en-US" sz="1600" dirty="0">
              <a:solidFill>
                <a:schemeClr val="bg1"/>
              </a:solidFill>
              <a:latin typeface="Times New Roman" panose="02020603050405020304" pitchFamily="18" charset="0"/>
              <a:cs typeface="Times New Roman" panose="02020603050405020304" pitchFamily="18" charset="0"/>
            </a:endParaRPr>
          </a:p>
          <a:p>
            <a:r>
              <a:rPr lang="en-US" sz="1600" b="1" dirty="0">
                <a:solidFill>
                  <a:schemeClr val="bg1"/>
                </a:solidFill>
                <a:latin typeface="Times New Roman" panose="02020603050405020304" pitchFamily="18" charset="0"/>
                <a:cs typeface="Times New Roman" panose="02020603050405020304" pitchFamily="18" charset="0"/>
              </a:rPr>
              <a:t>Why?</a:t>
            </a:r>
            <a:r>
              <a:rPr lang="en-US" sz="1600" dirty="0">
                <a:solidFill>
                  <a:schemeClr val="bg1"/>
                </a:solidFill>
                <a:latin typeface="Times New Roman" panose="02020603050405020304" pitchFamily="18" charset="0"/>
                <a:cs typeface="Times New Roman" panose="02020603050405020304" pitchFamily="18" charset="0"/>
              </a:rPr>
              <a:t> The SNHU Travel pilot successfully adapted to changing business requirements while preserving completed value. Continuous communication and testing helped identify ambiguity and support changing priorities. Scrum supported the collaboration and adaptability ChadaTech wants to develop across its teams.</a:t>
            </a:r>
          </a:p>
          <a:p>
            <a:endParaRPr lang="en-US" sz="1600" dirty="0">
              <a:solidFill>
                <a:schemeClr val="bg1"/>
              </a:solidFill>
              <a:latin typeface="Times New Roman" panose="02020603050405020304" pitchFamily="18" charset="0"/>
              <a:cs typeface="Times New Roman" panose="02020603050405020304" pitchFamily="18" charset="0"/>
            </a:endParaRPr>
          </a:p>
          <a:p>
            <a:r>
              <a:rPr lang="en-US" sz="1600" b="1" dirty="0">
                <a:solidFill>
                  <a:schemeClr val="bg1"/>
                </a:solidFill>
                <a:latin typeface="Times New Roman" panose="02020603050405020304" pitchFamily="18" charset="0"/>
                <a:cs typeface="Times New Roman" panose="02020603050405020304" pitchFamily="18" charset="0"/>
              </a:rPr>
              <a:t>Successful Adoption Requires:</a:t>
            </a:r>
            <a:r>
              <a:rPr lang="en-US" sz="1600" dirty="0">
                <a:solidFill>
                  <a:schemeClr val="bg1"/>
                </a:solidFill>
                <a:latin typeface="Times New Roman" panose="02020603050405020304" pitchFamily="18" charset="0"/>
                <a:cs typeface="Times New Roman" panose="02020603050405020304" pitchFamily="18" charset="0"/>
              </a:rPr>
              <a:t> training and support during the transition; consistent communication and participation; leadership support for self-managing, cross-functional teams; a cultural transition—not simply the addition of Scrum events</a:t>
            </a:r>
            <a:endParaRPr lang="en-US" sz="1600" b="1" dirty="0">
              <a:solidFill>
                <a:schemeClr val="bg1"/>
              </a:solidFill>
              <a:latin typeface="Times New Roman" panose="02020603050405020304" pitchFamily="18" charset="0"/>
              <a:cs typeface="Times New Roman" panose="02020603050405020304" pitchFamily="18" charset="0"/>
            </a:endParaRPr>
          </a:p>
          <a:p>
            <a:pPr algn="ct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06E0AA42-B748-5B05-2484-C8D9270AFC7F}"/>
              </a:ext>
            </a:extLst>
          </p:cNvPr>
          <p:cNvSpPr/>
          <p:nvPr/>
        </p:nvSpPr>
        <p:spPr>
          <a:xfrm>
            <a:off x="323760" y="958515"/>
            <a:ext cx="5772240" cy="20114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Consider Waterfall When</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Requirements are stable and unlikely to change significantly.</a:t>
            </a: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Scope is predictable and can be defined extensively upfront.</a:t>
            </a: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Sequential approvals or documentation are important to the project.</a:t>
            </a: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Stakeholder involvement is less necessary throughout development.</a:t>
            </a: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Change carries significant cost once development begins.</a:t>
            </a:r>
          </a:p>
        </p:txBody>
      </p:sp>
      <p:sp>
        <p:nvSpPr>
          <p:cNvPr id="12" name="Rectangle: Rounded Corners 11">
            <a:extLst>
              <a:ext uri="{FF2B5EF4-FFF2-40B4-BE49-F238E27FC236}">
                <a16:creationId xmlns:a16="http://schemas.microsoft.com/office/drawing/2014/main" id="{6C2B24FE-4C5C-6B1D-00D6-994C80668B69}"/>
              </a:ext>
            </a:extLst>
          </p:cNvPr>
          <p:cNvSpPr/>
          <p:nvPr/>
        </p:nvSpPr>
        <p:spPr>
          <a:xfrm>
            <a:off x="6096000" y="958516"/>
            <a:ext cx="5772240" cy="20114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Consider Scrum-Agile When</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Requirements are expected to evolve as new information becomes available.</a:t>
            </a: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Frequent feedback can improve the final product.</a:t>
            </a: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Incremental delivery provides useful value.</a:t>
            </a: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Uncertainty or changing priorities require adaptability.</a:t>
            </a:r>
          </a:p>
          <a:p>
            <a:pPr marL="28575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Cross-functional collaboration can occur throughout development.</a:t>
            </a:r>
          </a:p>
        </p:txBody>
      </p:sp>
      <p:cxnSp>
        <p:nvCxnSpPr>
          <p:cNvPr id="14" name="Straight Arrow Connector 13">
            <a:extLst>
              <a:ext uri="{FF2B5EF4-FFF2-40B4-BE49-F238E27FC236}">
                <a16:creationId xmlns:a16="http://schemas.microsoft.com/office/drawing/2014/main" id="{688BB8E9-C2F3-03EE-6FFB-4A62924B658C}"/>
              </a:ext>
            </a:extLst>
          </p:cNvPr>
          <p:cNvCxnSpPr>
            <a:cxnSpLocks/>
          </p:cNvCxnSpPr>
          <p:nvPr/>
        </p:nvCxnSpPr>
        <p:spPr>
          <a:xfrm>
            <a:off x="4058652" y="4022996"/>
            <a:ext cx="373781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2DECF95-1AA1-5B98-3E08-FC1DC4987BB1}"/>
              </a:ext>
            </a:extLst>
          </p:cNvPr>
          <p:cNvCxnSpPr>
            <a:cxnSpLocks/>
          </p:cNvCxnSpPr>
          <p:nvPr/>
        </p:nvCxnSpPr>
        <p:spPr>
          <a:xfrm>
            <a:off x="4058652" y="4985523"/>
            <a:ext cx="3737810" cy="0"/>
          </a:xfrm>
          <a:prstGeom prst="straightConnector1">
            <a:avLst/>
          </a:prstGeom>
          <a:ln>
            <a:solidFill>
              <a:schemeClr val="tx1"/>
            </a:solidFill>
            <a:prstDash val="sysDot"/>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867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FAD7A-36FC-FFFE-7B8B-990671E38859}"/>
              </a:ext>
            </a:extLst>
          </p:cNvPr>
          <p:cNvSpPr>
            <a:spLocks noGrp="1"/>
          </p:cNvSpPr>
          <p:nvPr>
            <p:ph type="title"/>
          </p:nvPr>
        </p:nvSpPr>
        <p:spPr>
          <a:xfrm>
            <a:off x="835702" y="267689"/>
            <a:ext cx="10515600" cy="1013971"/>
          </a:xfrm>
        </p:spPr>
        <p:txBody>
          <a:bodyPr>
            <a:noAutofit/>
          </a:bodyPr>
          <a:lstStyle/>
          <a:p>
            <a:pPr algn="ctr"/>
            <a:r>
              <a:rPr lang="en-US" sz="6000" b="1" dirty="0">
                <a:solidFill>
                  <a:schemeClr val="tx1"/>
                </a:solidFill>
                <a:latin typeface="Times New Roman" panose="02020603050405020304" pitchFamily="18" charset="0"/>
                <a:cs typeface="Times New Roman" panose="02020603050405020304" pitchFamily="18" charset="0"/>
              </a:rPr>
              <a:t>References</a:t>
            </a:r>
          </a:p>
        </p:txBody>
      </p:sp>
      <p:sp>
        <p:nvSpPr>
          <p:cNvPr id="7" name="Rectangle 6">
            <a:extLst>
              <a:ext uri="{FF2B5EF4-FFF2-40B4-BE49-F238E27FC236}">
                <a16:creationId xmlns:a16="http://schemas.microsoft.com/office/drawing/2014/main" id="{73C4EE2F-0ADD-4836-56E2-1CB3F92A0B2A}"/>
              </a:ext>
            </a:extLst>
          </p:cNvPr>
          <p:cNvSpPr/>
          <p:nvPr/>
        </p:nvSpPr>
        <p:spPr>
          <a:xfrm>
            <a:off x="509666" y="1379096"/>
            <a:ext cx="11167672" cy="5113773"/>
          </a:xfrm>
          <a:prstGeom prst="rect">
            <a:avLst/>
          </a:prstGeom>
          <a:solidFill>
            <a:schemeClr val="bg2">
              <a:lumMod val="50000"/>
              <a:lumOff val="50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3533A2-E027-FA83-C03E-29E659DEBC75}"/>
              </a:ext>
            </a:extLst>
          </p:cNvPr>
          <p:cNvSpPr>
            <a:spLocks noGrp="1"/>
          </p:cNvSpPr>
          <p:nvPr>
            <p:ph idx="1"/>
          </p:nvPr>
        </p:nvSpPr>
        <p:spPr>
          <a:xfrm>
            <a:off x="673933" y="1470100"/>
            <a:ext cx="10839138" cy="4931764"/>
          </a:xfrm>
        </p:spPr>
        <p:txBody>
          <a:bodyPr>
            <a:noAutofit/>
          </a:bodyPr>
          <a:lstStyle/>
          <a:p>
            <a:pPr marL="0" indent="-457200">
              <a:buNone/>
            </a:pPr>
            <a:endParaRPr lang="en-US" sz="1800" dirty="0">
              <a:solidFill>
                <a:schemeClr val="bg1"/>
              </a:solidFill>
              <a:latin typeface="Times New Roman" panose="02020603050405020304" pitchFamily="18" charset="0"/>
              <a:cs typeface="Times New Roman" panose="02020603050405020304" pitchFamily="18" charset="0"/>
            </a:endParaRPr>
          </a:p>
          <a:p>
            <a:pPr marL="0" indent="-457200">
              <a:buNone/>
            </a:pPr>
            <a:r>
              <a:rPr lang="en-US" sz="1800" dirty="0">
                <a:solidFill>
                  <a:schemeClr val="bg1"/>
                </a:solidFill>
                <a:latin typeface="Times New Roman" panose="02020603050405020304" pitchFamily="18" charset="0"/>
                <a:cs typeface="Times New Roman" panose="02020603050405020304" pitchFamily="18" charset="0"/>
              </a:rPr>
              <a:t>Kavlakoglu, E. (2024). Agile vs. waterfall: What’s the difference? </a:t>
            </a:r>
            <a:r>
              <a:rPr lang="en-US" sz="1800" i="1" dirty="0">
                <a:solidFill>
                  <a:schemeClr val="bg1"/>
                </a:solidFill>
                <a:latin typeface="Times New Roman" panose="02020603050405020304" pitchFamily="18" charset="0"/>
                <a:cs typeface="Times New Roman" panose="02020603050405020304" pitchFamily="18" charset="0"/>
              </a:rPr>
              <a:t>IBM</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https://www.ibm.com/think/topics/agile-vs-waterfall</a:t>
            </a:r>
            <a:endParaRPr lang="en-US" sz="1800" dirty="0">
              <a:solidFill>
                <a:schemeClr val="bg1"/>
              </a:solidFill>
              <a:latin typeface="Times New Roman" panose="02020603050405020304" pitchFamily="18" charset="0"/>
              <a:cs typeface="Times New Roman" panose="02020603050405020304" pitchFamily="18" charset="0"/>
            </a:endParaRPr>
          </a:p>
          <a:p>
            <a:pPr marL="0" indent="-457200">
              <a:buNone/>
            </a:pPr>
            <a:r>
              <a:rPr lang="en-US" sz="1800" dirty="0">
                <a:solidFill>
                  <a:schemeClr val="bg1"/>
                </a:solidFill>
                <a:latin typeface="Times New Roman" panose="02020603050405020304" pitchFamily="18" charset="0"/>
                <a:cs typeface="Times New Roman" panose="02020603050405020304" pitchFamily="18" charset="0"/>
              </a:rPr>
              <a:t>Mishra, A., &amp; Alzoubi, Y. I. (2023). Structured software development versus agile software development: A 	comparative analysis. </a:t>
            </a:r>
            <a:r>
              <a:rPr lang="en-US" sz="1800" i="1" dirty="0">
                <a:solidFill>
                  <a:schemeClr val="bg1"/>
                </a:solidFill>
                <a:latin typeface="Times New Roman" panose="02020603050405020304" pitchFamily="18" charset="0"/>
                <a:cs typeface="Times New Roman" panose="02020603050405020304" pitchFamily="18" charset="0"/>
              </a:rPr>
              <a:t>International Journal of System Assurance Engineering and Management</a:t>
            </a:r>
            <a:r>
              <a:rPr lang="en-US" sz="1800" dirty="0">
                <a:solidFill>
                  <a:schemeClr val="bg1"/>
                </a:solidFill>
                <a:latin typeface="Times New Roman" panose="02020603050405020304" pitchFamily="18" charset="0"/>
                <a:cs typeface="Times New Roman" panose="02020603050405020304" pitchFamily="18" charset="0"/>
              </a:rPr>
              <a:t>, </a:t>
            </a:r>
            <a:r>
              <a:rPr lang="en-US" sz="1800" i="1" dirty="0">
                <a:solidFill>
                  <a:schemeClr val="bg1"/>
                </a:solidFill>
                <a:latin typeface="Times New Roman" panose="02020603050405020304" pitchFamily="18" charset="0"/>
                <a:cs typeface="Times New Roman" panose="02020603050405020304" pitchFamily="18" charset="0"/>
              </a:rPr>
              <a:t>14</a:t>
            </a:r>
            <a:r>
              <a:rPr lang="en-US" sz="1800" dirty="0">
                <a:solidFill>
                  <a:schemeClr val="bg1"/>
                </a:solidFill>
                <a:latin typeface="Times New Roman" panose="02020603050405020304" pitchFamily="18" charset="0"/>
                <a:cs typeface="Times New Roman" panose="02020603050405020304" pitchFamily="18" charset="0"/>
              </a:rPr>
              <a:t>(4). 	</a:t>
            </a:r>
            <a:r>
              <a:rPr lang="en-US" sz="18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https://doi.org/10.1007/s13198-023-01958-5</a:t>
            </a:r>
            <a:endParaRPr lang="en-US" sz="1800" dirty="0">
              <a:solidFill>
                <a:schemeClr val="bg1"/>
              </a:solidFill>
              <a:latin typeface="Times New Roman" panose="02020603050405020304" pitchFamily="18" charset="0"/>
              <a:cs typeface="Times New Roman" panose="02020603050405020304" pitchFamily="18" charset="0"/>
            </a:endParaRPr>
          </a:p>
          <a:p>
            <a:pPr marL="0" indent="-457200">
              <a:buNone/>
            </a:pPr>
            <a:r>
              <a:rPr lang="en-US" sz="1800" dirty="0">
                <a:solidFill>
                  <a:schemeClr val="bg1"/>
                </a:solidFill>
                <a:latin typeface="Times New Roman" panose="02020603050405020304" pitchFamily="18" charset="0"/>
                <a:cs typeface="Times New Roman" panose="02020603050405020304" pitchFamily="18" charset="0"/>
              </a:rPr>
              <a:t>Natarajan, T., &amp; Pichai, S. (2024). Behaviour-driven development and metrics framework for enhanced agile 	practices in scrum teams. </a:t>
            </a:r>
            <a:r>
              <a:rPr lang="en-US" sz="1800" i="1">
                <a:solidFill>
                  <a:schemeClr val="bg1"/>
                </a:solidFill>
                <a:latin typeface="Times New Roman" panose="02020603050405020304" pitchFamily="18" charset="0"/>
                <a:cs typeface="Times New Roman" panose="02020603050405020304" pitchFamily="18" charset="0"/>
              </a:rPr>
              <a:t>Information and </a:t>
            </a:r>
            <a:r>
              <a:rPr lang="en-US" sz="1800" i="1" dirty="0">
                <a:solidFill>
                  <a:schemeClr val="bg1"/>
                </a:solidFill>
                <a:latin typeface="Times New Roman" panose="02020603050405020304" pitchFamily="18" charset="0"/>
                <a:cs typeface="Times New Roman" panose="02020603050405020304" pitchFamily="18" charset="0"/>
              </a:rPr>
              <a:t>Software Technology</a:t>
            </a:r>
            <a:r>
              <a:rPr lang="en-US" sz="1800" dirty="0">
                <a:solidFill>
                  <a:schemeClr val="bg1"/>
                </a:solidFill>
                <a:latin typeface="Times New Roman" panose="02020603050405020304" pitchFamily="18" charset="0"/>
                <a:cs typeface="Times New Roman" panose="02020603050405020304" pitchFamily="18" charset="0"/>
              </a:rPr>
              <a:t>, </a:t>
            </a:r>
            <a:r>
              <a:rPr lang="en-US" sz="1800" i="1" dirty="0">
                <a:solidFill>
                  <a:schemeClr val="bg1"/>
                </a:solidFill>
                <a:latin typeface="Times New Roman" panose="02020603050405020304" pitchFamily="18" charset="0"/>
                <a:cs typeface="Times New Roman" panose="02020603050405020304" pitchFamily="18" charset="0"/>
              </a:rPr>
              <a:t>170</a:t>
            </a:r>
            <a:r>
              <a:rPr lang="en-US" sz="1800" dirty="0">
                <a:solidFill>
                  <a:schemeClr val="bg1"/>
                </a:solidFill>
                <a:latin typeface="Times New Roman" panose="02020603050405020304" pitchFamily="18" charset="0"/>
                <a:cs typeface="Times New Roman" panose="02020603050405020304" pitchFamily="18" charset="0"/>
              </a:rPr>
              <a:t>, 107435. 	</a:t>
            </a:r>
            <a:r>
              <a:rPr lang="en-US" sz="18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https://doi.org/10.1016/j.infsof.2024.107435</a:t>
            </a:r>
            <a:endParaRPr lang="en-US" sz="1800" dirty="0">
              <a:solidFill>
                <a:schemeClr val="bg1"/>
              </a:solidFill>
              <a:latin typeface="Times New Roman" panose="02020603050405020304" pitchFamily="18" charset="0"/>
              <a:cs typeface="Times New Roman" panose="02020603050405020304" pitchFamily="18" charset="0"/>
            </a:endParaRPr>
          </a:p>
          <a:p>
            <a:pPr marL="0" indent="-457200">
              <a:buNone/>
            </a:pPr>
            <a:r>
              <a:rPr lang="en-US" sz="1800" dirty="0">
                <a:solidFill>
                  <a:schemeClr val="bg1"/>
                </a:solidFill>
                <a:latin typeface="Times New Roman" panose="02020603050405020304" pitchFamily="18" charset="0"/>
                <a:cs typeface="Times New Roman" panose="02020603050405020304" pitchFamily="18" charset="0"/>
              </a:rPr>
              <a:t>Ozkan, N., &amp; Gök, M. Ş. (2022). Definition synthesis of agility in software development: Comprehensive 	review of theory to practice. </a:t>
            </a:r>
            <a:r>
              <a:rPr lang="en-US" sz="1800" i="1" dirty="0">
                <a:solidFill>
                  <a:schemeClr val="bg1"/>
                </a:solidFill>
                <a:latin typeface="Times New Roman" panose="02020603050405020304" pitchFamily="18" charset="0"/>
                <a:cs typeface="Times New Roman" panose="02020603050405020304" pitchFamily="18" charset="0"/>
              </a:rPr>
              <a:t>International Journal of Modern Education and Computer Science</a:t>
            </a:r>
            <a:r>
              <a:rPr lang="en-US" sz="1800" dirty="0">
                <a:solidFill>
                  <a:schemeClr val="bg1"/>
                </a:solidFill>
                <a:latin typeface="Times New Roman" panose="02020603050405020304" pitchFamily="18" charset="0"/>
                <a:cs typeface="Times New Roman" panose="02020603050405020304" pitchFamily="18" charset="0"/>
              </a:rPr>
              <a:t>, </a:t>
            </a:r>
            <a:r>
              <a:rPr lang="en-US" sz="1800" i="1" dirty="0">
                <a:solidFill>
                  <a:schemeClr val="bg1"/>
                </a:solidFill>
                <a:latin typeface="Times New Roman" panose="02020603050405020304" pitchFamily="18" charset="0"/>
                <a:cs typeface="Times New Roman" panose="02020603050405020304" pitchFamily="18" charset="0"/>
              </a:rPr>
              <a:t>14</a:t>
            </a:r>
            <a:r>
              <a:rPr lang="en-US" sz="1800" dirty="0">
                <a:solidFill>
                  <a:schemeClr val="bg1"/>
                </a:solidFill>
                <a:latin typeface="Times New Roman" panose="02020603050405020304" pitchFamily="18" charset="0"/>
                <a:cs typeface="Times New Roman" panose="02020603050405020304" pitchFamily="18" charset="0"/>
              </a:rPr>
              <a:t>(3), 	26–44. </a:t>
            </a:r>
            <a:r>
              <a:rPr lang="en-US" sz="18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https://doi.org/10.5815/ijmecs.2022.03.02</a:t>
            </a:r>
            <a:endParaRPr lang="en-US" sz="1800" dirty="0">
              <a:solidFill>
                <a:schemeClr val="bg1"/>
              </a:solidFill>
              <a:latin typeface="Times New Roman" panose="02020603050405020304" pitchFamily="18" charset="0"/>
              <a:cs typeface="Times New Roman" panose="02020603050405020304" pitchFamily="18" charset="0"/>
            </a:endParaRPr>
          </a:p>
          <a:p>
            <a:pPr marL="0" indent="-457200">
              <a:buNone/>
            </a:pPr>
            <a:r>
              <a:rPr lang="en-US" sz="1800" dirty="0">
                <a:solidFill>
                  <a:schemeClr val="bg1"/>
                </a:solidFill>
                <a:latin typeface="Times New Roman" panose="02020603050405020304" pitchFamily="18" charset="0"/>
                <a:cs typeface="Times New Roman" panose="02020603050405020304" pitchFamily="18" charset="0"/>
              </a:rPr>
              <a:t>Umar, M. A., &amp; Lano, K. (2024). Advances in automated support for requirements engineering: A systematic 	literature review. </a:t>
            </a:r>
            <a:r>
              <a:rPr lang="en-US" sz="1800" i="1" dirty="0">
                <a:solidFill>
                  <a:schemeClr val="bg1"/>
                </a:solidFill>
                <a:latin typeface="Times New Roman" panose="02020603050405020304" pitchFamily="18" charset="0"/>
                <a:cs typeface="Times New Roman" panose="02020603050405020304" pitchFamily="18" charset="0"/>
              </a:rPr>
              <a:t>Requirements Engineering</a:t>
            </a:r>
            <a:r>
              <a:rPr lang="en-US" sz="1800" dirty="0">
                <a:solidFill>
                  <a:schemeClr val="bg1"/>
                </a:solidFill>
                <a:latin typeface="Times New Roman" panose="02020603050405020304" pitchFamily="18" charset="0"/>
                <a:cs typeface="Times New Roman" panose="02020603050405020304" pitchFamily="18" charset="0"/>
              </a:rPr>
              <a:t>, </a:t>
            </a:r>
            <a:r>
              <a:rPr lang="en-US" sz="1800" i="1" dirty="0">
                <a:solidFill>
                  <a:schemeClr val="bg1"/>
                </a:solidFill>
                <a:latin typeface="Times New Roman" panose="02020603050405020304" pitchFamily="18" charset="0"/>
                <a:cs typeface="Times New Roman" panose="02020603050405020304" pitchFamily="18" charset="0"/>
              </a:rPr>
              <a:t>29</a:t>
            </a:r>
            <a:r>
              <a:rPr lang="en-US" sz="1800" dirty="0">
                <a:solidFill>
                  <a:schemeClr val="bg1"/>
                </a:solidFill>
                <a:latin typeface="Times New Roman" panose="02020603050405020304" pitchFamily="18" charset="0"/>
                <a:cs typeface="Times New Roman" panose="02020603050405020304" pitchFamily="18" charset="0"/>
              </a:rPr>
              <a:t>, 177–207.</a:t>
            </a: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https://doi.org/10.1007/s00766-023-00411-0</a:t>
            </a:r>
            <a:endParaRPr lang="en-US" sz="1800" dirty="0">
              <a:solidFill>
                <a:schemeClr val="bg1"/>
              </a:solidFill>
              <a:latin typeface="Times New Roman" panose="02020603050405020304" pitchFamily="18" charset="0"/>
              <a:cs typeface="Times New Roman" panose="02020603050405020304" pitchFamily="18" charset="0"/>
            </a:endParaRPr>
          </a:p>
          <a:p>
            <a:pPr marL="0" indent="-457200">
              <a:buNone/>
            </a:pPr>
            <a:endParaRPr lang="en-US" sz="18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F916CA14-379A-9170-E25A-EFA6EEE8FAE3}"/>
              </a:ext>
            </a:extLst>
          </p:cNvPr>
          <p:cNvCxnSpPr>
            <a:cxnSpLocks/>
          </p:cNvCxnSpPr>
          <p:nvPr/>
        </p:nvCxnSpPr>
        <p:spPr>
          <a:xfrm>
            <a:off x="4407108" y="1379096"/>
            <a:ext cx="3372787" cy="0"/>
          </a:xfrm>
          <a:prstGeom prst="line">
            <a:avLst/>
          </a:prstGeom>
          <a:ln>
            <a:solidFill>
              <a:schemeClr val="tx1"/>
            </a:solidFill>
            <a:prstDash val="sysDot"/>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41869528"/>
      </p:ext>
    </p:extLst>
  </p:cSld>
  <p:clrMapOvr>
    <a:masterClrMapping/>
  </p:clrMapOvr>
</p:sld>
</file>

<file path=ppt/theme/theme1.xml><?xml version="1.0" encoding="utf-8"?>
<a:theme xmlns:a="http://schemas.openxmlformats.org/drawingml/2006/main" name="SNHU Document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emplate>SNHU Document Template</Template>
  <TotalTime>1892</TotalTime>
  <Words>2165</Words>
  <Application>Microsoft Office PowerPoint</Application>
  <PresentationFormat>Widescreen</PresentationFormat>
  <Paragraphs>285</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Times New Roman</vt:lpstr>
      <vt:lpstr>SNHU Document Template</vt:lpstr>
      <vt:lpstr>ChadaTech’s Scrum-Agile Transition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Ormson, Angela</dc:creator>
  <cp:lastModifiedBy>Ormson, Angela</cp:lastModifiedBy>
  <cp:revision>1</cp:revision>
  <dcterms:created xsi:type="dcterms:W3CDTF">2026-08-15T20:14:01Z</dcterms:created>
  <dcterms:modified xsi:type="dcterms:W3CDTF">2026-08-17T03:49:41Z</dcterms:modified>
</cp:coreProperties>
</file>